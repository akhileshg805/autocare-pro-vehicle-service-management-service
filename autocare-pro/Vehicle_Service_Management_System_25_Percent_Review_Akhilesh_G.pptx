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548640" y="548640"/>
            <a:ext cx="4389120" cy="1005840"/>
          </a:xfrm>
          <a:prstGeom prst="rect">
            <a:avLst/>
          </a:prstGeom>
          <a:noFill/>
          <a:ln/>
        </p:spPr>
        <p:txBody>
          <a:bodyPr wrap="square" rtlCol="0" anchor="ctr"/>
          <a:lstStyle/>
          <a:p>
            <a:pPr indent="0" marL="0">
              <a:buNone/>
            </a:pPr>
            <a:r>
              <a:rPr lang="en-US" sz="2600" b="1" dirty="0">
                <a:solidFill>
                  <a:srgbClr val="1E3A8A"/>
                </a:solidFill>
                <a:latin typeface="Segoe UI" pitchFamily="34" charset="0"/>
                <a:ea typeface="Segoe UI" pitchFamily="34" charset="-122"/>
                <a:cs typeface="Segoe UI" pitchFamily="34" charset="-120"/>
              </a:rPr>
              <a:t>VEHICLE SERVICE MANAGEMENT SYSTEM</a:t>
            </a:r>
            <a:endParaRPr lang="en-US" sz="2600" dirty="0"/>
          </a:p>
        </p:txBody>
      </p:sp>
      <p:sp>
        <p:nvSpPr>
          <p:cNvPr id="3" name="Text 1"/>
          <p:cNvSpPr/>
          <p:nvPr/>
        </p:nvSpPr>
        <p:spPr>
          <a:xfrm>
            <a:off x="548640" y="1554480"/>
            <a:ext cx="4389120" cy="365760"/>
          </a:xfrm>
          <a:prstGeom prst="rect">
            <a:avLst/>
          </a:prstGeom>
          <a:noFill/>
          <a:ln/>
        </p:spPr>
        <p:txBody>
          <a:bodyPr wrap="square" rtlCol="0" anchor="ctr"/>
          <a:lstStyle/>
          <a:p>
            <a:pPr indent="0" marL="0">
              <a:buNone/>
            </a:pPr>
            <a:r>
              <a:rPr lang="en-US" sz="1300" b="1" dirty="0">
                <a:solidFill>
                  <a:srgbClr val="EA580C"/>
                </a:solidFill>
                <a:latin typeface="Segoe UI" pitchFamily="34" charset="0"/>
                <a:ea typeface="Segoe UI" pitchFamily="34" charset="-122"/>
                <a:cs typeface="Segoe UI" pitchFamily="34" charset="-120"/>
              </a:rPr>
              <a:t>A Smarter Way to Manage Vehicle Service Operations</a:t>
            </a:r>
            <a:endParaRPr lang="en-US" sz="1300" dirty="0"/>
          </a:p>
        </p:txBody>
      </p:sp>
      <p:sp>
        <p:nvSpPr>
          <p:cNvPr id="4" name="Shape 2"/>
          <p:cNvSpPr/>
          <p:nvPr/>
        </p:nvSpPr>
        <p:spPr>
          <a:xfrm>
            <a:off x="548640" y="2103120"/>
            <a:ext cx="3474720" cy="1005840"/>
          </a:xfrm>
          <a:prstGeom prst="rect">
            <a:avLst/>
          </a:prstGeom>
          <a:solidFill>
            <a:srgbClr val="FFFFFF"/>
          </a:solidFill>
          <a:ln w="12700">
            <a:solidFill>
              <a:srgbClr val="E5E7EB"/>
            </a:solidFill>
            <a:prstDash val="solid"/>
          </a:ln>
        </p:spPr>
      </p:sp>
      <p:sp>
        <p:nvSpPr>
          <p:cNvPr id="5" name="Text 3"/>
          <p:cNvSpPr/>
          <p:nvPr/>
        </p:nvSpPr>
        <p:spPr>
          <a:xfrm>
            <a:off x="731520" y="2194560"/>
            <a:ext cx="3108960" cy="228600"/>
          </a:xfrm>
          <a:prstGeom prst="rect">
            <a:avLst/>
          </a:prstGeom>
          <a:noFill/>
          <a:ln/>
        </p:spPr>
        <p:txBody>
          <a:bodyPr wrap="square" rtlCol="0" anchor="ctr"/>
          <a:lstStyle/>
          <a:p>
            <a:pPr indent="0" marL="0">
              <a:buNone/>
            </a:pPr>
            <a:r>
              <a:rPr lang="en-US" sz="1250" b="1" dirty="0">
                <a:solidFill>
                  <a:srgbClr val="1E3A8A"/>
                </a:solidFill>
                <a:latin typeface="Segoe UI" pitchFamily="34" charset="0"/>
                <a:ea typeface="Segoe UI" pitchFamily="34" charset="-122"/>
                <a:cs typeface="Segoe UI" pitchFamily="34" charset="-120"/>
              </a:rPr>
              <a:t>First 25% Project Review</a:t>
            </a:r>
            <a:endParaRPr lang="en-US" sz="1250" dirty="0"/>
          </a:p>
        </p:txBody>
      </p:sp>
      <p:sp>
        <p:nvSpPr>
          <p:cNvPr id="6" name="Text 4"/>
          <p:cNvSpPr/>
          <p:nvPr/>
        </p:nvSpPr>
        <p:spPr>
          <a:xfrm>
            <a:off x="731520" y="2468880"/>
            <a:ext cx="3108960" cy="548640"/>
          </a:xfrm>
          <a:prstGeom prst="rect">
            <a:avLst/>
          </a:prstGeom>
          <a:noFill/>
          <a:ln/>
        </p:spPr>
        <p:txBody>
          <a:bodyPr wrap="square" rtlCol="0" anchor="ctr"/>
          <a:lstStyle/>
          <a:p>
            <a:pPr indent="0" marL="0">
              <a:lnSpc>
                <a:spcPts val="1400"/>
              </a:lnSpc>
              <a:buNone/>
            </a:pPr>
            <a:r>
              <a:rPr lang="en-US" sz="1050" dirty="0">
                <a:solidFill>
                  <a:srgbClr val="4B5563"/>
                </a:solidFill>
                <a:latin typeface="Segoe UI" pitchFamily="34" charset="0"/>
                <a:ea typeface="Segoe UI" pitchFamily="34" charset="-122"/>
                <a:cs typeface="Segoe UI" pitchFamily="34" charset="-120"/>
              </a:rPr>
              <a:t>Presented by: AKHILESH G</a:t>
            </a:r>
            <a:endParaRPr lang="en-US" sz="1050" dirty="0"/>
          </a:p>
          <a:p>
            <a:pPr indent="0" marL="0">
              <a:lnSpc>
                <a:spcPts val="1400"/>
              </a:lnSpc>
              <a:buNone/>
            </a:pPr>
            <a:r>
              <a:rPr lang="en-US" sz="1050" dirty="0">
                <a:solidFill>
                  <a:srgbClr val="4B5563"/>
                </a:solidFill>
                <a:latin typeface="Segoe UI" pitchFamily="34" charset="0"/>
                <a:ea typeface="Segoe UI" pitchFamily="34" charset="-122"/>
                <a:cs typeface="Segoe UI" pitchFamily="34" charset="-120"/>
              </a:rPr>
              <a:t>Project Type: CRUD Project</a:t>
            </a:r>
            <a:endParaRPr lang="en-US" sz="1050" dirty="0"/>
          </a:p>
        </p:txBody>
      </p:sp>
      <p:sp>
        <p:nvSpPr>
          <p:cNvPr id="7" name="Shape 5"/>
          <p:cNvSpPr/>
          <p:nvPr/>
        </p:nvSpPr>
        <p:spPr>
          <a:xfrm>
            <a:off x="4389120" y="548640"/>
            <a:ext cx="4206240" cy="2560320"/>
          </a:xfrm>
          <a:prstGeom prst="rect">
            <a:avLst/>
          </a:prstGeom>
          <a:solidFill>
            <a:srgbClr val="FFFFFF"/>
          </a:solidFill>
          <a:ln w="12700">
            <a:solidFill>
              <a:srgbClr val="E5E7EB"/>
            </a:solidFill>
            <a:prstDash val="solid"/>
          </a:ln>
        </p:spPr>
      </p:sp>
      <p:sp>
        <p:nvSpPr>
          <p:cNvPr id="8" name="Text 6"/>
          <p:cNvSpPr/>
          <p:nvPr/>
        </p:nvSpPr>
        <p:spPr>
          <a:xfrm>
            <a:off x="4572000" y="685800"/>
            <a:ext cx="3840480" cy="274320"/>
          </a:xfrm>
          <a:prstGeom prst="rect">
            <a:avLst/>
          </a:prstGeom>
          <a:noFill/>
          <a:ln/>
        </p:spPr>
        <p:txBody>
          <a:bodyPr wrap="square" rtlCol="0" anchor="ctr"/>
          <a:lstStyle/>
          <a:p>
            <a:pPr indent="0" marL="0">
              <a:buNone/>
            </a:pPr>
            <a:r>
              <a:rPr lang="en-US" sz="1300" b="1" dirty="0">
                <a:solidFill>
                  <a:srgbClr val="1E3A8A"/>
                </a:solidFill>
                <a:latin typeface="Segoe UI" pitchFamily="34" charset="0"/>
                <a:ea typeface="Segoe UI" pitchFamily="34" charset="-122"/>
                <a:cs typeface="Segoe UI" pitchFamily="34" charset="-120"/>
              </a:rPr>
              <a:t>Project Idea</a:t>
            </a:r>
            <a:endParaRPr lang="en-US" sz="1300" dirty="0"/>
          </a:p>
        </p:txBody>
      </p:sp>
      <p:sp>
        <p:nvSpPr>
          <p:cNvPr id="9" name="Text 7"/>
          <p:cNvSpPr/>
          <p:nvPr/>
        </p:nvSpPr>
        <p:spPr>
          <a:xfrm>
            <a:off x="4572000" y="960120"/>
            <a:ext cx="3840480" cy="2011680"/>
          </a:xfrm>
          <a:prstGeom prst="rect">
            <a:avLst/>
          </a:prstGeom>
          <a:noFill/>
          <a:ln/>
        </p:spPr>
        <p:txBody>
          <a:bodyPr wrap="square" rtlCol="0" anchor="ctr"/>
          <a:lstStyle/>
          <a:p>
            <a:pPr indent="0" marL="0">
              <a:lnSpc>
                <a:spcPts val="1200"/>
              </a:lnSpc>
              <a:buNone/>
            </a:pPr>
            <a:r>
              <a:rPr lang="en-US" sz="920" dirty="0">
                <a:solidFill>
                  <a:srgbClr val="4B5563"/>
                </a:solidFill>
                <a:latin typeface="Segoe UI" pitchFamily="34" charset="0"/>
                <a:ea typeface="Segoe UI" pitchFamily="34" charset="-122"/>
                <a:cs typeface="Segoe UI" pitchFamily="34" charset="-120"/>
              </a:rPr>
              <a:t>The Vehicle Service Management System is a web-based application designed to manage the daily activities of a vehicle service center in a simple and organized way.</a:t>
            </a:r>
            <a:endParaRPr lang="en-US" sz="920" dirty="0"/>
          </a:p>
          <a:p>
            <a:pPr indent="0" marL="0">
              <a:lnSpc>
                <a:spcPts val="1200"/>
              </a:lnSpc>
              <a:buNone/>
            </a:pPr>
            <a:endParaRPr lang="en-US" sz="920" dirty="0"/>
          </a:p>
          <a:p>
            <a:pPr indent="0" marL="0">
              <a:lnSpc>
                <a:spcPts val="1200"/>
              </a:lnSpc>
              <a:buNone/>
            </a:pPr>
            <a:r>
              <a:rPr lang="en-US" sz="920" dirty="0">
                <a:solidFill>
                  <a:srgbClr val="4B5563"/>
                </a:solidFill>
                <a:latin typeface="Segoe UI" pitchFamily="34" charset="0"/>
                <a:ea typeface="Segoe UI" pitchFamily="34" charset="-122"/>
                <a:cs typeface="Segoe UI" pitchFamily="34" charset="-120"/>
              </a:rPr>
              <a:t>Centralized Management:</a:t>
            </a:r>
            <a:endParaRPr lang="en-US" sz="920" dirty="0"/>
          </a:p>
          <a:p>
            <a:pPr indent="0" marL="0">
              <a:lnSpc>
                <a:spcPts val="1200"/>
              </a:lnSpc>
              <a:buNone/>
            </a:pPr>
            <a:r>
              <a:rPr lang="en-US" sz="920" dirty="0">
                <a:solidFill>
                  <a:srgbClr val="4B5563"/>
                </a:solidFill>
                <a:latin typeface="Segoe UI" pitchFamily="34" charset="0"/>
                <a:ea typeface="Segoe UI" pitchFamily="34" charset="-122"/>
                <a:cs typeface="Segoe UI" pitchFamily="34" charset="-120"/>
              </a:rPr>
              <a:t>• Customers  • Vehicles  • Bookings  • Service Progress  • Mechanics</a:t>
            </a:r>
            <a:endParaRPr lang="en-US" sz="920" dirty="0"/>
          </a:p>
          <a:p>
            <a:pPr indent="0" marL="0">
              <a:lnSpc>
                <a:spcPts val="1200"/>
              </a:lnSpc>
              <a:buNone/>
            </a:pPr>
            <a:r>
              <a:rPr lang="en-US" sz="920" dirty="0">
                <a:solidFill>
                  <a:srgbClr val="4B5563"/>
                </a:solidFill>
                <a:latin typeface="Segoe UI" pitchFamily="34" charset="0"/>
                <a:ea typeface="Segoe UI" pitchFamily="34" charset="-122"/>
                <a:cs typeface="Segoe UI" pitchFamily="34" charset="-120"/>
              </a:rPr>
              <a:t>• Services Catalog  • Spare Parts  • Billing and Payments</a:t>
            </a:r>
            <a:endParaRPr lang="en-US" sz="920" dirty="0"/>
          </a:p>
        </p:txBody>
      </p:sp>
      <p:sp>
        <p:nvSpPr>
          <p:cNvPr id="10" name="Shape 8"/>
          <p:cNvSpPr/>
          <p:nvPr/>
        </p:nvSpPr>
        <p:spPr>
          <a:xfrm>
            <a:off x="548640" y="3291840"/>
            <a:ext cx="8046720" cy="1188720"/>
          </a:xfrm>
          <a:prstGeom prst="rect">
            <a:avLst/>
          </a:prstGeom>
          <a:solidFill>
            <a:srgbClr val="FFFFFF"/>
          </a:solidFill>
          <a:ln w="15240">
            <a:solidFill>
              <a:srgbClr val="EA580C"/>
            </a:solidFill>
            <a:prstDash val="solid"/>
          </a:ln>
        </p:spPr>
      </p:sp>
      <p:sp>
        <p:nvSpPr>
          <p:cNvPr id="11" name="Text 9"/>
          <p:cNvSpPr/>
          <p:nvPr/>
        </p:nvSpPr>
        <p:spPr>
          <a:xfrm>
            <a:off x="731520" y="3383280"/>
            <a:ext cx="3474720" cy="228600"/>
          </a:xfrm>
          <a:prstGeom prst="rect">
            <a:avLst/>
          </a:prstGeom>
          <a:noFill/>
          <a:ln/>
        </p:spPr>
        <p:txBody>
          <a:bodyPr wrap="square" rtlCol="0" anchor="ctr"/>
          <a:lstStyle/>
          <a:p>
            <a:pPr indent="0" marL="0">
              <a:buNone/>
            </a:pPr>
            <a:r>
              <a:rPr lang="en-US" sz="1150" b="1" dirty="0">
                <a:solidFill>
                  <a:srgbClr val="EA580C"/>
                </a:solidFill>
                <a:latin typeface="Segoe UI" pitchFamily="34" charset="0"/>
                <a:ea typeface="Segoe UI" pitchFamily="34" charset="-122"/>
                <a:cs typeface="Segoe UI" pitchFamily="34" charset="-120"/>
              </a:rPr>
              <a:t>Problem:</a:t>
            </a:r>
            <a:endParaRPr lang="en-US" sz="1150" dirty="0"/>
          </a:p>
        </p:txBody>
      </p:sp>
      <p:sp>
        <p:nvSpPr>
          <p:cNvPr id="12" name="Text 10"/>
          <p:cNvSpPr/>
          <p:nvPr/>
        </p:nvSpPr>
        <p:spPr>
          <a:xfrm>
            <a:off x="731520" y="3639312"/>
            <a:ext cx="3474720" cy="777240"/>
          </a:xfrm>
          <a:prstGeom prst="rect">
            <a:avLst/>
          </a:prstGeom>
          <a:noFill/>
          <a:ln/>
        </p:spPr>
        <p:txBody>
          <a:bodyPr wrap="square" rtlCol="0" anchor="ctr"/>
          <a:lstStyle/>
          <a:p>
            <a:pPr indent="0" marL="0">
              <a:lnSpc>
                <a:spcPts val="1200"/>
              </a:lnSpc>
              <a:buNone/>
            </a:pPr>
            <a:r>
              <a:rPr lang="en-US" sz="850" dirty="0">
                <a:solidFill>
                  <a:srgbClr val="4B5563"/>
                </a:solidFill>
                <a:latin typeface="Segoe UI" pitchFamily="34" charset="0"/>
                <a:ea typeface="Segoe UI" pitchFamily="34" charset="-122"/>
                <a:cs typeface="Segoe UI" pitchFamily="34" charset="-120"/>
              </a:rPr>
              <a:t>Managing a vehicle service center manually can take more time and make it difficult to maintain customer details, vehicle information, service records, spare parts, and payments. This leads to errors, missing information, and difficulty in tracking progress.</a:t>
            </a:r>
            <a:endParaRPr lang="en-US" sz="850" dirty="0"/>
          </a:p>
        </p:txBody>
      </p:sp>
      <p:sp>
        <p:nvSpPr>
          <p:cNvPr id="13" name="Text 11"/>
          <p:cNvSpPr/>
          <p:nvPr/>
        </p:nvSpPr>
        <p:spPr>
          <a:xfrm>
            <a:off x="4389120" y="3657600"/>
            <a:ext cx="365760" cy="457200"/>
          </a:xfrm>
          <a:prstGeom prst="rect">
            <a:avLst/>
          </a:prstGeom>
          <a:noFill/>
          <a:ln/>
        </p:spPr>
        <p:txBody>
          <a:bodyPr wrap="square" rtlCol="0" anchor="ctr"/>
          <a:lstStyle/>
          <a:p>
            <a:pPr algn="ctr" indent="0" marL="0">
              <a:buNone/>
            </a:pPr>
            <a:r>
              <a:rPr lang="en-US" sz="2200" dirty="0">
                <a:solidFill>
                  <a:srgbClr val="EA580C"/>
                </a:solidFill>
                <a:latin typeface="Segoe UI" pitchFamily="34" charset="0"/>
                <a:ea typeface="Segoe UI" pitchFamily="34" charset="-122"/>
                <a:cs typeface="Segoe UI" pitchFamily="34" charset="-120"/>
              </a:rPr>
              <a:t>➔</a:t>
            </a:r>
            <a:endParaRPr lang="en-US" sz="2200" dirty="0"/>
          </a:p>
        </p:txBody>
      </p:sp>
      <p:sp>
        <p:nvSpPr>
          <p:cNvPr id="14" name="Text 12"/>
          <p:cNvSpPr/>
          <p:nvPr/>
        </p:nvSpPr>
        <p:spPr>
          <a:xfrm>
            <a:off x="4937760" y="3383280"/>
            <a:ext cx="3474720" cy="228600"/>
          </a:xfrm>
          <a:prstGeom prst="rect">
            <a:avLst/>
          </a:prstGeom>
          <a:noFill/>
          <a:ln/>
        </p:spPr>
        <p:txBody>
          <a:bodyPr wrap="square" rtlCol="0" anchor="ctr"/>
          <a:lstStyle/>
          <a:p>
            <a:pPr indent="0" marL="0">
              <a:buNone/>
            </a:pPr>
            <a:r>
              <a:rPr lang="en-US" sz="1150" b="1" dirty="0">
                <a:solidFill>
                  <a:srgbClr val="1E3A8A"/>
                </a:solidFill>
                <a:latin typeface="Segoe UI" pitchFamily="34" charset="0"/>
                <a:ea typeface="Segoe UI" pitchFamily="34" charset="-122"/>
                <a:cs typeface="Segoe UI" pitchFamily="34" charset="-120"/>
              </a:rPr>
              <a:t>Solution:</a:t>
            </a:r>
            <a:endParaRPr lang="en-US" sz="1150" dirty="0"/>
          </a:p>
        </p:txBody>
      </p:sp>
      <p:sp>
        <p:nvSpPr>
          <p:cNvPr id="15" name="Text 13"/>
          <p:cNvSpPr/>
          <p:nvPr/>
        </p:nvSpPr>
        <p:spPr>
          <a:xfrm>
            <a:off x="4937760" y="3639312"/>
            <a:ext cx="3474720" cy="777240"/>
          </a:xfrm>
          <a:prstGeom prst="rect">
            <a:avLst/>
          </a:prstGeom>
          <a:noFill/>
          <a:ln/>
        </p:spPr>
        <p:txBody>
          <a:bodyPr wrap="square" rtlCol="0" anchor="ctr"/>
          <a:lstStyle/>
          <a:p>
            <a:pPr indent="0" marL="0">
              <a:lnSpc>
                <a:spcPts val="1200"/>
              </a:lnSpc>
              <a:buNone/>
            </a:pPr>
            <a:r>
              <a:rPr lang="en-US" sz="850" dirty="0">
                <a:solidFill>
                  <a:srgbClr val="4B5563"/>
                </a:solidFill>
                <a:latin typeface="Segoe UI" pitchFamily="34" charset="0"/>
                <a:ea typeface="Segoe UI" pitchFamily="34" charset="-122"/>
                <a:cs typeface="Segoe UI" pitchFamily="34" charset="-120"/>
              </a:rPr>
              <a:t>The Vehicle Service Management System provides one digital platform to manage all major service center activities. It helps make the service process more organized, faster, and easier to manage.</a:t>
            </a:r>
            <a:endParaRPr lang="en-US" sz="850" dirty="0"/>
          </a:p>
        </p:txBody>
      </p:sp>
      <p:sp>
        <p:nvSpPr>
          <p:cNvPr id="16" name="Text 14"/>
          <p:cNvSpPr/>
          <p:nvPr/>
        </p:nvSpPr>
        <p:spPr>
          <a:xfrm>
            <a:off x="548640" y="4754880"/>
            <a:ext cx="5486400" cy="274320"/>
          </a:xfrm>
          <a:prstGeom prst="rect">
            <a:avLst/>
          </a:prstGeom>
          <a:noFill/>
          <a:ln/>
        </p:spPr>
        <p:txBody>
          <a:bodyPr wrap="square" rtlCol="0" anchor="ctr"/>
          <a:lstStyle/>
          <a:p>
            <a:pPr indent="0" marL="0">
              <a:buNone/>
            </a:pPr>
            <a:r>
              <a:rPr lang="en-US" sz="900" dirty="0">
                <a:solidFill>
                  <a:srgbClr val="4B5563"/>
                </a:solidFill>
                <a:latin typeface="Segoe UI" pitchFamily="34" charset="0"/>
                <a:ea typeface="Segoe UI" pitchFamily="34" charset="-122"/>
                <a:cs typeface="Segoe UI" pitchFamily="34" charset="-120"/>
              </a:rPr>
              <a:t>Vehicle Service Management System  |  First 25% Review</a:t>
            </a:r>
            <a:endParaRPr lang="en-US" sz="900" dirty="0"/>
          </a:p>
        </p:txBody>
      </p:sp>
      <p:sp>
        <p:nvSpPr>
          <p:cNvPr id="17" name="Text 15"/>
          <p:cNvSpPr/>
          <p:nvPr/>
        </p:nvSpPr>
        <p:spPr>
          <a:xfrm>
            <a:off x="7315200" y="4754880"/>
            <a:ext cx="1280160" cy="274320"/>
          </a:xfrm>
          <a:prstGeom prst="rect">
            <a:avLst/>
          </a:prstGeom>
          <a:noFill/>
          <a:ln/>
        </p:spPr>
        <p:txBody>
          <a:bodyPr wrap="square" rtlCol="0" anchor="ctr"/>
          <a:lstStyle/>
          <a:p>
            <a:pPr algn="r" indent="0" marL="0">
              <a:buNone/>
            </a:pPr>
            <a:r>
              <a:rPr lang="en-US" sz="900" dirty="0">
                <a:solidFill>
                  <a:srgbClr val="4B5563"/>
                </a:solidFill>
                <a:latin typeface="Segoe UI" pitchFamily="34" charset="0"/>
                <a:ea typeface="Segoe UI" pitchFamily="34" charset="-122"/>
                <a:cs typeface="Segoe UI" pitchFamily="34" charset="-120"/>
              </a:rPr>
              <a:t>Slide 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200" b="1" dirty="0">
                <a:solidFill>
                  <a:srgbClr val="1E3A8A"/>
                </a:solidFill>
                <a:latin typeface="Segoe UI" pitchFamily="34" charset="0"/>
                <a:ea typeface="Segoe UI" pitchFamily="34" charset="-122"/>
                <a:cs typeface="Segoe UI" pitchFamily="34" charset="-120"/>
              </a:rPr>
              <a:t>BEHIND THE SYSTEM</a:t>
            </a:r>
            <a:endParaRPr lang="en-US" sz="2200" dirty="0"/>
          </a:p>
        </p:txBody>
      </p:sp>
      <p:sp>
        <p:nvSpPr>
          <p:cNvPr id="3" name="Shape 1"/>
          <p:cNvSpPr/>
          <p:nvPr/>
        </p:nvSpPr>
        <p:spPr>
          <a:xfrm>
            <a:off x="548640" y="914400"/>
            <a:ext cx="8046720" cy="27432"/>
          </a:xfrm>
          <a:prstGeom prst="rect">
            <a:avLst/>
          </a:prstGeom>
          <a:solidFill>
            <a:srgbClr val="EA580C"/>
          </a:solidFill>
          <a:ln w="12700">
            <a:solidFill>
              <a:srgbClr val="EA580C"/>
            </a:solidFill>
            <a:prstDash val="solid"/>
          </a:ln>
        </p:spPr>
      </p:sp>
      <p:sp>
        <p:nvSpPr>
          <p:cNvPr id="4" name="Shape 2"/>
          <p:cNvSpPr/>
          <p:nvPr/>
        </p:nvSpPr>
        <p:spPr>
          <a:xfrm>
            <a:off x="548640" y="4663440"/>
            <a:ext cx="8046720" cy="9144"/>
          </a:xfrm>
          <a:prstGeom prst="rect">
            <a:avLst/>
          </a:prstGeom>
          <a:solidFill>
            <a:srgbClr val="E5E7EB"/>
          </a:solidFill>
          <a:ln w="12700">
            <a:solidFill>
              <a:srgbClr val="E5E7EB"/>
            </a:solidFill>
            <a:prstDash val="solid"/>
          </a:ln>
        </p:spPr>
      </p:sp>
      <p:sp>
        <p:nvSpPr>
          <p:cNvPr id="5" name="Text 3"/>
          <p:cNvSpPr/>
          <p:nvPr/>
        </p:nvSpPr>
        <p:spPr>
          <a:xfrm>
            <a:off x="548640" y="4754880"/>
            <a:ext cx="5486400" cy="274320"/>
          </a:xfrm>
          <a:prstGeom prst="rect">
            <a:avLst/>
          </a:prstGeom>
          <a:noFill/>
          <a:ln/>
        </p:spPr>
        <p:txBody>
          <a:bodyPr wrap="square" rtlCol="0" anchor="ctr"/>
          <a:lstStyle/>
          <a:p>
            <a:pPr indent="0" marL="0">
              <a:buNone/>
            </a:pPr>
            <a:r>
              <a:rPr lang="en-US" sz="900" dirty="0">
                <a:solidFill>
                  <a:srgbClr val="4B5563"/>
                </a:solidFill>
                <a:latin typeface="Segoe UI" pitchFamily="34" charset="0"/>
                <a:ea typeface="Segoe UI" pitchFamily="34" charset="-122"/>
                <a:cs typeface="Segoe UI" pitchFamily="34" charset="-120"/>
              </a:rPr>
              <a:t>Vehicle Service Management System  |  First 25% Review</a:t>
            </a:r>
            <a:endParaRPr lang="en-US" sz="900" dirty="0"/>
          </a:p>
        </p:txBody>
      </p:sp>
      <p:sp>
        <p:nvSpPr>
          <p:cNvPr id="6" name="Text 4"/>
          <p:cNvSpPr/>
          <p:nvPr/>
        </p:nvSpPr>
        <p:spPr>
          <a:xfrm>
            <a:off x="7315200" y="4754880"/>
            <a:ext cx="1280160" cy="274320"/>
          </a:xfrm>
          <a:prstGeom prst="rect">
            <a:avLst/>
          </a:prstGeom>
          <a:noFill/>
          <a:ln/>
        </p:spPr>
        <p:txBody>
          <a:bodyPr wrap="square" rtlCol="0" anchor="ctr"/>
          <a:lstStyle/>
          <a:p>
            <a:pPr algn="r" indent="0" marL="0">
              <a:buNone/>
            </a:pPr>
            <a:r>
              <a:rPr lang="en-US" sz="900" dirty="0">
                <a:solidFill>
                  <a:srgbClr val="4B5563"/>
                </a:solidFill>
                <a:latin typeface="Segoe UI" pitchFamily="34" charset="0"/>
                <a:ea typeface="Segoe UI" pitchFamily="34" charset="-122"/>
                <a:cs typeface="Segoe UI" pitchFamily="34" charset="-120"/>
              </a:rPr>
              <a:t>Slide 2</a:t>
            </a:r>
            <a:endParaRPr lang="en-US" sz="900" dirty="0"/>
          </a:p>
        </p:txBody>
      </p:sp>
      <p:sp>
        <p:nvSpPr>
          <p:cNvPr id="7" name="Text 5"/>
          <p:cNvSpPr/>
          <p:nvPr/>
        </p:nvSpPr>
        <p:spPr>
          <a:xfrm>
            <a:off x="548640" y="658368"/>
            <a:ext cx="8046720" cy="274320"/>
          </a:xfrm>
          <a:prstGeom prst="rect">
            <a:avLst/>
          </a:prstGeom>
          <a:noFill/>
          <a:ln/>
        </p:spPr>
        <p:txBody>
          <a:bodyPr wrap="square" rtlCol="0" anchor="ctr"/>
          <a:lstStyle/>
          <a:p>
            <a:pPr indent="0" marL="0">
              <a:buNone/>
            </a:pPr>
            <a:r>
              <a:rPr lang="en-US" sz="1300" b="1" dirty="0">
                <a:solidFill>
                  <a:srgbClr val="EA580C"/>
                </a:solidFill>
                <a:latin typeface="Segoe UI" pitchFamily="34" charset="0"/>
                <a:ea typeface="Segoe UI" pitchFamily="34" charset="-122"/>
                <a:cs typeface="Segoe UI" pitchFamily="34" charset="-120"/>
              </a:rPr>
              <a:t>Technologies and Tools Used</a:t>
            </a:r>
            <a:endParaRPr lang="en-US" sz="1300" dirty="0"/>
          </a:p>
        </p:txBody>
      </p:sp>
      <p:sp>
        <p:nvSpPr>
          <p:cNvPr id="8" name="Shape 6"/>
          <p:cNvSpPr/>
          <p:nvPr/>
        </p:nvSpPr>
        <p:spPr>
          <a:xfrm>
            <a:off x="548640" y="1188720"/>
            <a:ext cx="1920240" cy="1143000"/>
          </a:xfrm>
          <a:prstGeom prst="rect">
            <a:avLst/>
          </a:prstGeom>
          <a:solidFill>
            <a:srgbClr val="FFFFFF"/>
          </a:solidFill>
          <a:ln w="12700">
            <a:solidFill>
              <a:srgbClr val="E5E7EB"/>
            </a:solidFill>
            <a:prstDash val="solid"/>
          </a:ln>
        </p:spPr>
      </p:sp>
      <p:sp>
        <p:nvSpPr>
          <p:cNvPr id="9" name="Shape 7"/>
          <p:cNvSpPr/>
          <p:nvPr/>
        </p:nvSpPr>
        <p:spPr>
          <a:xfrm>
            <a:off x="548640" y="1188720"/>
            <a:ext cx="1920240" cy="36576"/>
          </a:xfrm>
          <a:prstGeom prst="rect">
            <a:avLst/>
          </a:prstGeom>
          <a:solidFill>
            <a:srgbClr val="EA580C"/>
          </a:solidFill>
          <a:ln w="12700">
            <a:solidFill>
              <a:srgbClr val="EA580C"/>
            </a:solidFill>
            <a:prstDash val="solid"/>
          </a:ln>
        </p:spPr>
      </p:sp>
      <p:sp>
        <p:nvSpPr>
          <p:cNvPr id="10" name="Text 8"/>
          <p:cNvSpPr/>
          <p:nvPr/>
        </p:nvSpPr>
        <p:spPr>
          <a:xfrm>
            <a:off x="640080" y="1261872"/>
            <a:ext cx="1737360" cy="228600"/>
          </a:xfrm>
          <a:prstGeom prst="rect">
            <a:avLst/>
          </a:prstGeom>
          <a:noFill/>
          <a:ln/>
        </p:spPr>
        <p:txBody>
          <a:bodyPr wrap="square" rtlCol="0" anchor="ctr"/>
          <a:lstStyle/>
          <a:p>
            <a:pPr indent="0" marL="0">
              <a:buNone/>
            </a:pPr>
            <a:r>
              <a:rPr lang="en-US" sz="1000" b="1" dirty="0">
                <a:solidFill>
                  <a:srgbClr val="1E3A8A"/>
                </a:solidFill>
                <a:latin typeface="Segoe UI" pitchFamily="34" charset="0"/>
                <a:ea typeface="Segoe UI" pitchFamily="34" charset="-122"/>
                <a:cs typeface="Segoe UI" pitchFamily="34" charset="-120"/>
              </a:rPr>
              <a:t>HTML5</a:t>
            </a:r>
            <a:endParaRPr lang="en-US" sz="1000" dirty="0"/>
          </a:p>
        </p:txBody>
      </p:sp>
      <p:sp>
        <p:nvSpPr>
          <p:cNvPr id="11" name="Text 9"/>
          <p:cNvSpPr/>
          <p:nvPr/>
        </p:nvSpPr>
        <p:spPr>
          <a:xfrm>
            <a:off x="640080" y="1536192"/>
            <a:ext cx="1737360" cy="731520"/>
          </a:xfrm>
          <a:prstGeom prst="rect">
            <a:avLst/>
          </a:prstGeom>
          <a:noFill/>
          <a:ln/>
        </p:spPr>
        <p:txBody>
          <a:bodyPr wrap="square" rtlCol="0" anchor="ctr"/>
          <a:lstStyle/>
          <a:p>
            <a:pPr indent="0" marL="0">
              <a:lnSpc>
                <a:spcPts val="1100"/>
              </a:lnSpc>
              <a:buNone/>
            </a:pPr>
            <a:r>
              <a:rPr lang="en-US" sz="800" dirty="0">
                <a:solidFill>
                  <a:srgbClr val="4B5563"/>
                </a:solidFill>
                <a:latin typeface="Segoe UI" pitchFamily="34" charset="0"/>
                <a:ea typeface="Segoe UI" pitchFamily="34" charset="-122"/>
                <a:cs typeface="Segoe UI" pitchFamily="34" charset="-120"/>
              </a:rPr>
              <a:t>Creates the basic structure and content of the website.</a:t>
            </a:r>
            <a:endParaRPr lang="en-US" sz="800" dirty="0"/>
          </a:p>
        </p:txBody>
      </p:sp>
      <p:sp>
        <p:nvSpPr>
          <p:cNvPr id="12" name="Shape 10"/>
          <p:cNvSpPr/>
          <p:nvPr/>
        </p:nvSpPr>
        <p:spPr>
          <a:xfrm>
            <a:off x="2606040" y="1188720"/>
            <a:ext cx="1920240" cy="1143000"/>
          </a:xfrm>
          <a:prstGeom prst="rect">
            <a:avLst/>
          </a:prstGeom>
          <a:solidFill>
            <a:srgbClr val="FFFFFF"/>
          </a:solidFill>
          <a:ln w="12700">
            <a:solidFill>
              <a:srgbClr val="E5E7EB"/>
            </a:solidFill>
            <a:prstDash val="solid"/>
          </a:ln>
        </p:spPr>
      </p:sp>
      <p:sp>
        <p:nvSpPr>
          <p:cNvPr id="13" name="Shape 11"/>
          <p:cNvSpPr/>
          <p:nvPr/>
        </p:nvSpPr>
        <p:spPr>
          <a:xfrm>
            <a:off x="2606040" y="1188720"/>
            <a:ext cx="1920240" cy="36576"/>
          </a:xfrm>
          <a:prstGeom prst="rect">
            <a:avLst/>
          </a:prstGeom>
          <a:solidFill>
            <a:srgbClr val="EA580C"/>
          </a:solidFill>
          <a:ln w="12700">
            <a:solidFill>
              <a:srgbClr val="EA580C"/>
            </a:solidFill>
            <a:prstDash val="solid"/>
          </a:ln>
        </p:spPr>
      </p:sp>
      <p:sp>
        <p:nvSpPr>
          <p:cNvPr id="14" name="Text 12"/>
          <p:cNvSpPr/>
          <p:nvPr/>
        </p:nvSpPr>
        <p:spPr>
          <a:xfrm>
            <a:off x="2697480" y="1261872"/>
            <a:ext cx="1737360" cy="228600"/>
          </a:xfrm>
          <a:prstGeom prst="rect">
            <a:avLst/>
          </a:prstGeom>
          <a:noFill/>
          <a:ln/>
        </p:spPr>
        <p:txBody>
          <a:bodyPr wrap="square" rtlCol="0" anchor="ctr"/>
          <a:lstStyle/>
          <a:p>
            <a:pPr indent="0" marL="0">
              <a:buNone/>
            </a:pPr>
            <a:r>
              <a:rPr lang="en-US" sz="1000" b="1" dirty="0">
                <a:solidFill>
                  <a:srgbClr val="1E3A8A"/>
                </a:solidFill>
                <a:latin typeface="Segoe UI" pitchFamily="34" charset="0"/>
                <a:ea typeface="Segoe UI" pitchFamily="34" charset="-122"/>
                <a:cs typeface="Segoe UI" pitchFamily="34" charset="-120"/>
              </a:rPr>
              <a:t>CSS3</a:t>
            </a:r>
            <a:endParaRPr lang="en-US" sz="1000" dirty="0"/>
          </a:p>
        </p:txBody>
      </p:sp>
      <p:sp>
        <p:nvSpPr>
          <p:cNvPr id="15" name="Text 13"/>
          <p:cNvSpPr/>
          <p:nvPr/>
        </p:nvSpPr>
        <p:spPr>
          <a:xfrm>
            <a:off x="2697480" y="1536192"/>
            <a:ext cx="1737360" cy="731520"/>
          </a:xfrm>
          <a:prstGeom prst="rect">
            <a:avLst/>
          </a:prstGeom>
          <a:noFill/>
          <a:ln/>
        </p:spPr>
        <p:txBody>
          <a:bodyPr wrap="square" rtlCol="0" anchor="ctr"/>
          <a:lstStyle/>
          <a:p>
            <a:pPr indent="0" marL="0">
              <a:lnSpc>
                <a:spcPts val="1100"/>
              </a:lnSpc>
              <a:buNone/>
            </a:pPr>
            <a:r>
              <a:rPr lang="en-US" sz="800" dirty="0">
                <a:solidFill>
                  <a:srgbClr val="4B5563"/>
                </a:solidFill>
                <a:latin typeface="Segoe UI" pitchFamily="34" charset="0"/>
                <a:ea typeface="Segoe UI" pitchFamily="34" charset="-122"/>
                <a:cs typeface="Segoe UI" pitchFamily="34" charset="-120"/>
              </a:rPr>
              <a:t>Designs the website and creates an attractive and responsive user interface.</a:t>
            </a:r>
            <a:endParaRPr lang="en-US" sz="800" dirty="0"/>
          </a:p>
        </p:txBody>
      </p:sp>
      <p:sp>
        <p:nvSpPr>
          <p:cNvPr id="16" name="Shape 14"/>
          <p:cNvSpPr/>
          <p:nvPr/>
        </p:nvSpPr>
        <p:spPr>
          <a:xfrm>
            <a:off x="4663440" y="1188720"/>
            <a:ext cx="1920240" cy="1143000"/>
          </a:xfrm>
          <a:prstGeom prst="rect">
            <a:avLst/>
          </a:prstGeom>
          <a:solidFill>
            <a:srgbClr val="FFFFFF"/>
          </a:solidFill>
          <a:ln w="12700">
            <a:solidFill>
              <a:srgbClr val="E5E7EB"/>
            </a:solidFill>
            <a:prstDash val="solid"/>
          </a:ln>
        </p:spPr>
      </p:sp>
      <p:sp>
        <p:nvSpPr>
          <p:cNvPr id="17" name="Shape 15"/>
          <p:cNvSpPr/>
          <p:nvPr/>
        </p:nvSpPr>
        <p:spPr>
          <a:xfrm>
            <a:off x="4663440" y="1188720"/>
            <a:ext cx="1920240" cy="36576"/>
          </a:xfrm>
          <a:prstGeom prst="rect">
            <a:avLst/>
          </a:prstGeom>
          <a:solidFill>
            <a:srgbClr val="EA580C"/>
          </a:solidFill>
          <a:ln w="12700">
            <a:solidFill>
              <a:srgbClr val="EA580C"/>
            </a:solidFill>
            <a:prstDash val="solid"/>
          </a:ln>
        </p:spPr>
      </p:sp>
      <p:sp>
        <p:nvSpPr>
          <p:cNvPr id="18" name="Text 16"/>
          <p:cNvSpPr/>
          <p:nvPr/>
        </p:nvSpPr>
        <p:spPr>
          <a:xfrm>
            <a:off x="4754880" y="1261872"/>
            <a:ext cx="1737360" cy="228600"/>
          </a:xfrm>
          <a:prstGeom prst="rect">
            <a:avLst/>
          </a:prstGeom>
          <a:noFill/>
          <a:ln/>
        </p:spPr>
        <p:txBody>
          <a:bodyPr wrap="square" rtlCol="0" anchor="ctr"/>
          <a:lstStyle/>
          <a:p>
            <a:pPr indent="0" marL="0">
              <a:buNone/>
            </a:pPr>
            <a:r>
              <a:rPr lang="en-US" sz="1000" b="1" dirty="0">
                <a:solidFill>
                  <a:srgbClr val="1E3A8A"/>
                </a:solidFill>
                <a:latin typeface="Segoe UI" pitchFamily="34" charset="0"/>
                <a:ea typeface="Segoe UI" pitchFamily="34" charset="-122"/>
                <a:cs typeface="Segoe UI" pitchFamily="34" charset="-120"/>
              </a:rPr>
              <a:t>JAVASCRIPT</a:t>
            </a:r>
            <a:endParaRPr lang="en-US" sz="1000" dirty="0"/>
          </a:p>
        </p:txBody>
      </p:sp>
      <p:sp>
        <p:nvSpPr>
          <p:cNvPr id="19" name="Text 17"/>
          <p:cNvSpPr/>
          <p:nvPr/>
        </p:nvSpPr>
        <p:spPr>
          <a:xfrm>
            <a:off x="4754880" y="1536192"/>
            <a:ext cx="1737360" cy="731520"/>
          </a:xfrm>
          <a:prstGeom prst="rect">
            <a:avLst/>
          </a:prstGeom>
          <a:noFill/>
          <a:ln/>
        </p:spPr>
        <p:txBody>
          <a:bodyPr wrap="square" rtlCol="0" anchor="ctr"/>
          <a:lstStyle/>
          <a:p>
            <a:pPr indent="0" marL="0">
              <a:lnSpc>
                <a:spcPts val="1100"/>
              </a:lnSpc>
              <a:buNone/>
            </a:pPr>
            <a:r>
              <a:rPr lang="en-US" sz="800" dirty="0">
                <a:solidFill>
                  <a:srgbClr val="4B5563"/>
                </a:solidFill>
                <a:latin typeface="Segoe UI" pitchFamily="34" charset="0"/>
                <a:ea typeface="Segoe UI" pitchFamily="34" charset="-122"/>
                <a:cs typeface="Segoe UI" pitchFamily="34" charset="-120"/>
              </a:rPr>
              <a:t>Adds functionality, validation, interactivity, and CRUD operations.</a:t>
            </a:r>
            <a:endParaRPr lang="en-US" sz="800" dirty="0"/>
          </a:p>
        </p:txBody>
      </p:sp>
      <p:sp>
        <p:nvSpPr>
          <p:cNvPr id="20" name="Shape 18"/>
          <p:cNvSpPr/>
          <p:nvPr/>
        </p:nvSpPr>
        <p:spPr>
          <a:xfrm>
            <a:off x="6720840" y="1188720"/>
            <a:ext cx="1920240" cy="1143000"/>
          </a:xfrm>
          <a:prstGeom prst="rect">
            <a:avLst/>
          </a:prstGeom>
          <a:solidFill>
            <a:srgbClr val="FFFFFF"/>
          </a:solidFill>
          <a:ln w="12700">
            <a:solidFill>
              <a:srgbClr val="E5E7EB"/>
            </a:solidFill>
            <a:prstDash val="solid"/>
          </a:ln>
        </p:spPr>
      </p:sp>
      <p:sp>
        <p:nvSpPr>
          <p:cNvPr id="21" name="Shape 19"/>
          <p:cNvSpPr/>
          <p:nvPr/>
        </p:nvSpPr>
        <p:spPr>
          <a:xfrm>
            <a:off x="6720840" y="1188720"/>
            <a:ext cx="1920240" cy="36576"/>
          </a:xfrm>
          <a:prstGeom prst="rect">
            <a:avLst/>
          </a:prstGeom>
          <a:solidFill>
            <a:srgbClr val="EA580C"/>
          </a:solidFill>
          <a:ln w="12700">
            <a:solidFill>
              <a:srgbClr val="EA580C"/>
            </a:solidFill>
            <a:prstDash val="solid"/>
          </a:ln>
        </p:spPr>
      </p:sp>
      <p:sp>
        <p:nvSpPr>
          <p:cNvPr id="22" name="Text 20"/>
          <p:cNvSpPr/>
          <p:nvPr/>
        </p:nvSpPr>
        <p:spPr>
          <a:xfrm>
            <a:off x="6812280" y="1261872"/>
            <a:ext cx="1737360" cy="228600"/>
          </a:xfrm>
          <a:prstGeom prst="rect">
            <a:avLst/>
          </a:prstGeom>
          <a:noFill/>
          <a:ln/>
        </p:spPr>
        <p:txBody>
          <a:bodyPr wrap="square" rtlCol="0" anchor="ctr"/>
          <a:lstStyle/>
          <a:p>
            <a:pPr indent="0" marL="0">
              <a:buNone/>
            </a:pPr>
            <a:r>
              <a:rPr lang="en-US" sz="1000" b="1" dirty="0">
                <a:solidFill>
                  <a:srgbClr val="1E3A8A"/>
                </a:solidFill>
                <a:latin typeface="Segoe UI" pitchFamily="34" charset="0"/>
                <a:ea typeface="Segoe UI" pitchFamily="34" charset="-122"/>
                <a:cs typeface="Segoe UI" pitchFamily="34" charset="-120"/>
              </a:rPr>
              <a:t>BROWSER LOCAL STORAGE</a:t>
            </a:r>
            <a:endParaRPr lang="en-US" sz="1000" dirty="0"/>
          </a:p>
        </p:txBody>
      </p:sp>
      <p:sp>
        <p:nvSpPr>
          <p:cNvPr id="23" name="Text 21"/>
          <p:cNvSpPr/>
          <p:nvPr/>
        </p:nvSpPr>
        <p:spPr>
          <a:xfrm>
            <a:off x="6812280" y="1536192"/>
            <a:ext cx="1737360" cy="731520"/>
          </a:xfrm>
          <a:prstGeom prst="rect">
            <a:avLst/>
          </a:prstGeom>
          <a:noFill/>
          <a:ln/>
        </p:spPr>
        <p:txBody>
          <a:bodyPr wrap="square" rtlCol="0" anchor="ctr"/>
          <a:lstStyle/>
          <a:p>
            <a:pPr indent="0" marL="0">
              <a:lnSpc>
                <a:spcPts val="1100"/>
              </a:lnSpc>
              <a:buNone/>
            </a:pPr>
            <a:r>
              <a:rPr lang="en-US" sz="800" dirty="0">
                <a:solidFill>
                  <a:srgbClr val="4B5563"/>
                </a:solidFill>
                <a:latin typeface="Segoe UI" pitchFamily="34" charset="0"/>
                <a:ea typeface="Segoe UI" pitchFamily="34" charset="-122"/>
                <a:cs typeface="Segoe UI" pitchFamily="34" charset="-120"/>
              </a:rPr>
              <a:t>Stores and maintains the project data in the browser during the current development stage.</a:t>
            </a:r>
            <a:endParaRPr lang="en-US" sz="800" dirty="0"/>
          </a:p>
        </p:txBody>
      </p:sp>
      <p:sp>
        <p:nvSpPr>
          <p:cNvPr id="24" name="Shape 22"/>
          <p:cNvSpPr/>
          <p:nvPr/>
        </p:nvSpPr>
        <p:spPr>
          <a:xfrm>
            <a:off x="548640" y="2468880"/>
            <a:ext cx="1920240" cy="1143000"/>
          </a:xfrm>
          <a:prstGeom prst="rect">
            <a:avLst/>
          </a:prstGeom>
          <a:solidFill>
            <a:srgbClr val="FFFFFF"/>
          </a:solidFill>
          <a:ln w="12700">
            <a:solidFill>
              <a:srgbClr val="E5E7EB"/>
            </a:solidFill>
            <a:prstDash val="solid"/>
          </a:ln>
        </p:spPr>
      </p:sp>
      <p:sp>
        <p:nvSpPr>
          <p:cNvPr id="25" name="Shape 23"/>
          <p:cNvSpPr/>
          <p:nvPr/>
        </p:nvSpPr>
        <p:spPr>
          <a:xfrm>
            <a:off x="548640" y="2468880"/>
            <a:ext cx="1920240" cy="36576"/>
          </a:xfrm>
          <a:prstGeom prst="rect">
            <a:avLst/>
          </a:prstGeom>
          <a:solidFill>
            <a:srgbClr val="EA580C"/>
          </a:solidFill>
          <a:ln w="12700">
            <a:solidFill>
              <a:srgbClr val="EA580C"/>
            </a:solidFill>
            <a:prstDash val="solid"/>
          </a:ln>
        </p:spPr>
      </p:sp>
      <p:sp>
        <p:nvSpPr>
          <p:cNvPr id="26" name="Text 24"/>
          <p:cNvSpPr/>
          <p:nvPr/>
        </p:nvSpPr>
        <p:spPr>
          <a:xfrm>
            <a:off x="640080" y="2542032"/>
            <a:ext cx="1737360" cy="228600"/>
          </a:xfrm>
          <a:prstGeom prst="rect">
            <a:avLst/>
          </a:prstGeom>
          <a:noFill/>
          <a:ln/>
        </p:spPr>
        <p:txBody>
          <a:bodyPr wrap="square" rtlCol="0" anchor="ctr"/>
          <a:lstStyle/>
          <a:p>
            <a:pPr indent="0" marL="0">
              <a:buNone/>
            </a:pPr>
            <a:r>
              <a:rPr lang="en-US" sz="1000" b="1" dirty="0">
                <a:solidFill>
                  <a:srgbClr val="1E3A8A"/>
                </a:solidFill>
                <a:latin typeface="Segoe UI" pitchFamily="34" charset="0"/>
                <a:ea typeface="Segoe UI" pitchFamily="34" charset="-122"/>
                <a:cs typeface="Segoe UI" pitchFamily="34" charset="-120"/>
              </a:rPr>
              <a:t>CHART.JS</a:t>
            </a:r>
            <a:endParaRPr lang="en-US" sz="1000" dirty="0"/>
          </a:p>
        </p:txBody>
      </p:sp>
      <p:sp>
        <p:nvSpPr>
          <p:cNvPr id="27" name="Text 25"/>
          <p:cNvSpPr/>
          <p:nvPr/>
        </p:nvSpPr>
        <p:spPr>
          <a:xfrm>
            <a:off x="640080" y="2816352"/>
            <a:ext cx="1737360" cy="731520"/>
          </a:xfrm>
          <a:prstGeom prst="rect">
            <a:avLst/>
          </a:prstGeom>
          <a:noFill/>
          <a:ln/>
        </p:spPr>
        <p:txBody>
          <a:bodyPr wrap="square" rtlCol="0" anchor="ctr"/>
          <a:lstStyle/>
          <a:p>
            <a:pPr indent="0" marL="0">
              <a:lnSpc>
                <a:spcPts val="1100"/>
              </a:lnSpc>
              <a:buNone/>
            </a:pPr>
            <a:r>
              <a:rPr lang="en-US" sz="800" dirty="0">
                <a:solidFill>
                  <a:srgbClr val="4B5563"/>
                </a:solidFill>
                <a:latin typeface="Segoe UI" pitchFamily="34" charset="0"/>
                <a:ea typeface="Segoe UI" pitchFamily="34" charset="-122"/>
                <a:cs typeface="Segoe UI" pitchFamily="34" charset="-120"/>
              </a:rPr>
              <a:t>Displays charts and important information on the dashboard.</a:t>
            </a:r>
            <a:endParaRPr lang="en-US" sz="800" dirty="0"/>
          </a:p>
        </p:txBody>
      </p:sp>
      <p:sp>
        <p:nvSpPr>
          <p:cNvPr id="28" name="Shape 26"/>
          <p:cNvSpPr/>
          <p:nvPr/>
        </p:nvSpPr>
        <p:spPr>
          <a:xfrm>
            <a:off x="2606040" y="2468880"/>
            <a:ext cx="1920240" cy="1143000"/>
          </a:xfrm>
          <a:prstGeom prst="rect">
            <a:avLst/>
          </a:prstGeom>
          <a:solidFill>
            <a:srgbClr val="FFFFFF"/>
          </a:solidFill>
          <a:ln w="12700">
            <a:solidFill>
              <a:srgbClr val="E5E7EB"/>
            </a:solidFill>
            <a:prstDash val="solid"/>
          </a:ln>
        </p:spPr>
      </p:sp>
      <p:sp>
        <p:nvSpPr>
          <p:cNvPr id="29" name="Shape 27"/>
          <p:cNvSpPr/>
          <p:nvPr/>
        </p:nvSpPr>
        <p:spPr>
          <a:xfrm>
            <a:off x="2606040" y="2468880"/>
            <a:ext cx="1920240" cy="36576"/>
          </a:xfrm>
          <a:prstGeom prst="rect">
            <a:avLst/>
          </a:prstGeom>
          <a:solidFill>
            <a:srgbClr val="EA580C"/>
          </a:solidFill>
          <a:ln w="12700">
            <a:solidFill>
              <a:srgbClr val="EA580C"/>
            </a:solidFill>
            <a:prstDash val="solid"/>
          </a:ln>
        </p:spPr>
      </p:sp>
      <p:sp>
        <p:nvSpPr>
          <p:cNvPr id="30" name="Text 28"/>
          <p:cNvSpPr/>
          <p:nvPr/>
        </p:nvSpPr>
        <p:spPr>
          <a:xfrm>
            <a:off x="2697480" y="2542032"/>
            <a:ext cx="1737360" cy="228600"/>
          </a:xfrm>
          <a:prstGeom prst="rect">
            <a:avLst/>
          </a:prstGeom>
          <a:noFill/>
          <a:ln/>
        </p:spPr>
        <p:txBody>
          <a:bodyPr wrap="square" rtlCol="0" anchor="ctr"/>
          <a:lstStyle/>
          <a:p>
            <a:pPr indent="0" marL="0">
              <a:buNone/>
            </a:pPr>
            <a:r>
              <a:rPr lang="en-US" sz="1000" b="1" dirty="0">
                <a:solidFill>
                  <a:srgbClr val="1E3A8A"/>
                </a:solidFill>
                <a:latin typeface="Segoe UI" pitchFamily="34" charset="0"/>
                <a:ea typeface="Segoe UI" pitchFamily="34" charset="-122"/>
                <a:cs typeface="Segoe UI" pitchFamily="34" charset="-120"/>
              </a:rPr>
              <a:t>VISUAL STUDIO CODE</a:t>
            </a:r>
            <a:endParaRPr lang="en-US" sz="1000" dirty="0"/>
          </a:p>
        </p:txBody>
      </p:sp>
      <p:sp>
        <p:nvSpPr>
          <p:cNvPr id="31" name="Text 29"/>
          <p:cNvSpPr/>
          <p:nvPr/>
        </p:nvSpPr>
        <p:spPr>
          <a:xfrm>
            <a:off x="2697480" y="2816352"/>
            <a:ext cx="1737360" cy="731520"/>
          </a:xfrm>
          <a:prstGeom prst="rect">
            <a:avLst/>
          </a:prstGeom>
          <a:noFill/>
          <a:ln/>
        </p:spPr>
        <p:txBody>
          <a:bodyPr wrap="square" rtlCol="0" anchor="ctr"/>
          <a:lstStyle/>
          <a:p>
            <a:pPr indent="0" marL="0">
              <a:lnSpc>
                <a:spcPts val="1100"/>
              </a:lnSpc>
              <a:buNone/>
            </a:pPr>
            <a:r>
              <a:rPr lang="en-US" sz="800" dirty="0">
                <a:solidFill>
                  <a:srgbClr val="4B5563"/>
                </a:solidFill>
                <a:latin typeface="Segoe UI" pitchFamily="34" charset="0"/>
                <a:ea typeface="Segoe UI" pitchFamily="34" charset="-122"/>
                <a:cs typeface="Segoe UI" pitchFamily="34" charset="-120"/>
              </a:rPr>
              <a:t>Used to develop, edit, and manage the project files.</a:t>
            </a:r>
            <a:endParaRPr lang="en-US" sz="800" dirty="0"/>
          </a:p>
        </p:txBody>
      </p:sp>
      <p:sp>
        <p:nvSpPr>
          <p:cNvPr id="32" name="Shape 30"/>
          <p:cNvSpPr/>
          <p:nvPr/>
        </p:nvSpPr>
        <p:spPr>
          <a:xfrm>
            <a:off x="4663440" y="2468880"/>
            <a:ext cx="1920240" cy="1143000"/>
          </a:xfrm>
          <a:prstGeom prst="rect">
            <a:avLst/>
          </a:prstGeom>
          <a:solidFill>
            <a:srgbClr val="FFFFFF"/>
          </a:solidFill>
          <a:ln w="12700">
            <a:solidFill>
              <a:srgbClr val="E5E7EB"/>
            </a:solidFill>
            <a:prstDash val="solid"/>
          </a:ln>
        </p:spPr>
      </p:sp>
      <p:sp>
        <p:nvSpPr>
          <p:cNvPr id="33" name="Shape 31"/>
          <p:cNvSpPr/>
          <p:nvPr/>
        </p:nvSpPr>
        <p:spPr>
          <a:xfrm>
            <a:off x="4663440" y="2468880"/>
            <a:ext cx="1920240" cy="36576"/>
          </a:xfrm>
          <a:prstGeom prst="rect">
            <a:avLst/>
          </a:prstGeom>
          <a:solidFill>
            <a:srgbClr val="EA580C"/>
          </a:solidFill>
          <a:ln w="12700">
            <a:solidFill>
              <a:srgbClr val="EA580C"/>
            </a:solidFill>
            <a:prstDash val="solid"/>
          </a:ln>
        </p:spPr>
      </p:sp>
      <p:sp>
        <p:nvSpPr>
          <p:cNvPr id="34" name="Text 32"/>
          <p:cNvSpPr/>
          <p:nvPr/>
        </p:nvSpPr>
        <p:spPr>
          <a:xfrm>
            <a:off x="4754880" y="2542032"/>
            <a:ext cx="1737360" cy="228600"/>
          </a:xfrm>
          <a:prstGeom prst="rect">
            <a:avLst/>
          </a:prstGeom>
          <a:noFill/>
          <a:ln/>
        </p:spPr>
        <p:txBody>
          <a:bodyPr wrap="square" rtlCol="0" anchor="ctr"/>
          <a:lstStyle/>
          <a:p>
            <a:pPr indent="0" marL="0">
              <a:buNone/>
            </a:pPr>
            <a:r>
              <a:rPr lang="en-US" sz="1000" b="1" dirty="0">
                <a:solidFill>
                  <a:srgbClr val="1E3A8A"/>
                </a:solidFill>
                <a:latin typeface="Segoe UI" pitchFamily="34" charset="0"/>
                <a:ea typeface="Segoe UI" pitchFamily="34" charset="-122"/>
                <a:cs typeface="Segoe UI" pitchFamily="34" charset="-120"/>
              </a:rPr>
              <a:t>LIVE SERVER</a:t>
            </a:r>
            <a:endParaRPr lang="en-US" sz="1000" dirty="0"/>
          </a:p>
        </p:txBody>
      </p:sp>
      <p:sp>
        <p:nvSpPr>
          <p:cNvPr id="35" name="Text 33"/>
          <p:cNvSpPr/>
          <p:nvPr/>
        </p:nvSpPr>
        <p:spPr>
          <a:xfrm>
            <a:off x="4754880" y="2816352"/>
            <a:ext cx="1737360" cy="731520"/>
          </a:xfrm>
          <a:prstGeom prst="rect">
            <a:avLst/>
          </a:prstGeom>
          <a:noFill/>
          <a:ln/>
        </p:spPr>
        <p:txBody>
          <a:bodyPr wrap="square" rtlCol="0" anchor="ctr"/>
          <a:lstStyle/>
          <a:p>
            <a:pPr indent="0" marL="0">
              <a:lnSpc>
                <a:spcPts val="1100"/>
              </a:lnSpc>
              <a:buNone/>
            </a:pPr>
            <a:r>
              <a:rPr lang="en-US" sz="800" dirty="0">
                <a:solidFill>
                  <a:srgbClr val="4B5563"/>
                </a:solidFill>
                <a:latin typeface="Segoe UI" pitchFamily="34" charset="0"/>
                <a:ea typeface="Segoe UI" pitchFamily="34" charset="-122"/>
                <a:cs typeface="Segoe UI" pitchFamily="34" charset="-120"/>
              </a:rPr>
              <a:t>Used to run and test the website locally.</a:t>
            </a:r>
            <a:endParaRPr lang="en-US" sz="800" dirty="0"/>
          </a:p>
        </p:txBody>
      </p:sp>
      <p:sp>
        <p:nvSpPr>
          <p:cNvPr id="36" name="Shape 34"/>
          <p:cNvSpPr/>
          <p:nvPr/>
        </p:nvSpPr>
        <p:spPr>
          <a:xfrm>
            <a:off x="6720840" y="2468880"/>
            <a:ext cx="1920240" cy="1143000"/>
          </a:xfrm>
          <a:prstGeom prst="rect">
            <a:avLst/>
          </a:prstGeom>
          <a:solidFill>
            <a:srgbClr val="FFFFFF"/>
          </a:solidFill>
          <a:ln w="15240">
            <a:solidFill>
              <a:srgbClr val="EA580C"/>
            </a:solidFill>
            <a:prstDash val="solid"/>
          </a:ln>
        </p:spPr>
      </p:sp>
      <p:sp>
        <p:nvSpPr>
          <p:cNvPr id="37" name="Shape 35"/>
          <p:cNvSpPr/>
          <p:nvPr/>
        </p:nvSpPr>
        <p:spPr>
          <a:xfrm>
            <a:off x="6720840" y="2468880"/>
            <a:ext cx="1920240" cy="36576"/>
          </a:xfrm>
          <a:prstGeom prst="rect">
            <a:avLst/>
          </a:prstGeom>
          <a:solidFill>
            <a:srgbClr val="1E3A8A"/>
          </a:solidFill>
          <a:ln w="12700">
            <a:solidFill>
              <a:srgbClr val="1E3A8A"/>
            </a:solidFill>
            <a:prstDash val="solid"/>
          </a:ln>
        </p:spPr>
      </p:sp>
      <p:sp>
        <p:nvSpPr>
          <p:cNvPr id="38" name="Text 36"/>
          <p:cNvSpPr/>
          <p:nvPr/>
        </p:nvSpPr>
        <p:spPr>
          <a:xfrm>
            <a:off x="6812280" y="2542032"/>
            <a:ext cx="1737360" cy="182880"/>
          </a:xfrm>
          <a:prstGeom prst="rect">
            <a:avLst/>
          </a:prstGeom>
          <a:noFill/>
          <a:ln/>
        </p:spPr>
        <p:txBody>
          <a:bodyPr wrap="square" rtlCol="0" anchor="ctr"/>
          <a:lstStyle/>
          <a:p>
            <a:pPr indent="0" marL="0">
              <a:buNone/>
            </a:pPr>
            <a:r>
              <a:rPr lang="en-US" sz="1050" b="1" dirty="0">
                <a:solidFill>
                  <a:srgbClr val="1E3A8A"/>
                </a:solidFill>
                <a:latin typeface="Segoe UI" pitchFamily="34" charset="0"/>
                <a:ea typeface="Segoe UI" pitchFamily="34" charset="-122"/>
                <a:cs typeface="Segoe UI" pitchFamily="34" charset="-120"/>
              </a:rPr>
              <a:t>CRUD Operations</a:t>
            </a:r>
            <a:endParaRPr lang="en-US" sz="1050" dirty="0"/>
          </a:p>
        </p:txBody>
      </p:sp>
      <p:sp>
        <p:nvSpPr>
          <p:cNvPr id="39" name="Text 37"/>
          <p:cNvSpPr/>
          <p:nvPr/>
        </p:nvSpPr>
        <p:spPr>
          <a:xfrm>
            <a:off x="6812280" y="2788920"/>
            <a:ext cx="1737360" cy="777240"/>
          </a:xfrm>
          <a:prstGeom prst="rect">
            <a:avLst/>
          </a:prstGeom>
          <a:noFill/>
          <a:ln/>
        </p:spPr>
        <p:txBody>
          <a:bodyPr wrap="square" rtlCol="0" anchor="ctr"/>
          <a:lstStyle/>
          <a:p>
            <a:pPr indent="0" marL="0">
              <a:lnSpc>
                <a:spcPts val="1100"/>
              </a:lnSpc>
              <a:buNone/>
            </a:pPr>
            <a:r>
              <a:rPr lang="en-US" sz="820" b="1" dirty="0">
                <a:solidFill>
                  <a:srgbClr val="1F2937"/>
                </a:solidFill>
                <a:latin typeface="Segoe UI" pitchFamily="34" charset="0"/>
                <a:ea typeface="Segoe UI" pitchFamily="34" charset="-122"/>
                <a:cs typeface="Segoe UI" pitchFamily="34" charset="-120"/>
              </a:rPr>
              <a:t>• CREATE: Add new records.</a:t>
            </a:r>
            <a:endParaRPr lang="en-US" sz="820" dirty="0"/>
          </a:p>
          <a:p>
            <a:pPr indent="0" marL="0">
              <a:lnSpc>
                <a:spcPts val="1100"/>
              </a:lnSpc>
              <a:buNone/>
            </a:pPr>
            <a:r>
              <a:rPr lang="en-US" sz="820" b="1" dirty="0">
                <a:solidFill>
                  <a:srgbClr val="1F2937"/>
                </a:solidFill>
                <a:latin typeface="Segoe UI" pitchFamily="34" charset="0"/>
                <a:ea typeface="Segoe UI" pitchFamily="34" charset="-122"/>
                <a:cs typeface="Segoe UI" pitchFamily="34" charset="-120"/>
              </a:rPr>
              <a:t>• READ: View existing records.</a:t>
            </a:r>
            <a:endParaRPr lang="en-US" sz="820" dirty="0"/>
          </a:p>
          <a:p>
            <a:pPr indent="0" marL="0">
              <a:lnSpc>
                <a:spcPts val="1100"/>
              </a:lnSpc>
              <a:buNone/>
            </a:pPr>
            <a:r>
              <a:rPr lang="en-US" sz="820" b="1" dirty="0">
                <a:solidFill>
                  <a:srgbClr val="1F2937"/>
                </a:solidFill>
                <a:latin typeface="Segoe UI" pitchFamily="34" charset="0"/>
                <a:ea typeface="Segoe UI" pitchFamily="34" charset="-122"/>
                <a:cs typeface="Segoe UI" pitchFamily="34" charset="-120"/>
              </a:rPr>
              <a:t>• UPDATE: Modify existing records.</a:t>
            </a:r>
            <a:endParaRPr lang="en-US" sz="820" dirty="0"/>
          </a:p>
          <a:p>
            <a:pPr indent="0" marL="0">
              <a:lnSpc>
                <a:spcPts val="1100"/>
              </a:lnSpc>
              <a:buNone/>
            </a:pPr>
            <a:r>
              <a:rPr lang="en-US" sz="820" b="1" dirty="0">
                <a:solidFill>
                  <a:srgbClr val="1F2937"/>
                </a:solidFill>
                <a:latin typeface="Segoe UI" pitchFamily="34" charset="0"/>
                <a:ea typeface="Segoe UI" pitchFamily="34" charset="-122"/>
                <a:cs typeface="Segoe UI" pitchFamily="34" charset="-120"/>
              </a:rPr>
              <a:t>• DELETE: Remove records.</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200" b="1" dirty="0">
                <a:solidFill>
                  <a:srgbClr val="1E3A8A"/>
                </a:solidFill>
                <a:latin typeface="Segoe UI" pitchFamily="34" charset="0"/>
                <a:ea typeface="Segoe UI" pitchFamily="34" charset="-122"/>
                <a:cs typeface="Segoe UI" pitchFamily="34" charset="-120"/>
              </a:rPr>
              <a:t>JOURNEY OF A VEHICLE</a:t>
            </a:r>
            <a:endParaRPr lang="en-US" sz="2200" dirty="0"/>
          </a:p>
        </p:txBody>
      </p:sp>
      <p:sp>
        <p:nvSpPr>
          <p:cNvPr id="3" name="Shape 1"/>
          <p:cNvSpPr/>
          <p:nvPr/>
        </p:nvSpPr>
        <p:spPr>
          <a:xfrm>
            <a:off x="548640" y="914400"/>
            <a:ext cx="8046720" cy="27432"/>
          </a:xfrm>
          <a:prstGeom prst="rect">
            <a:avLst/>
          </a:prstGeom>
          <a:solidFill>
            <a:srgbClr val="EA580C"/>
          </a:solidFill>
          <a:ln w="12700">
            <a:solidFill>
              <a:srgbClr val="EA580C"/>
            </a:solidFill>
            <a:prstDash val="solid"/>
          </a:ln>
        </p:spPr>
      </p:sp>
      <p:sp>
        <p:nvSpPr>
          <p:cNvPr id="4" name="Shape 2"/>
          <p:cNvSpPr/>
          <p:nvPr/>
        </p:nvSpPr>
        <p:spPr>
          <a:xfrm>
            <a:off x="548640" y="4663440"/>
            <a:ext cx="8046720" cy="9144"/>
          </a:xfrm>
          <a:prstGeom prst="rect">
            <a:avLst/>
          </a:prstGeom>
          <a:solidFill>
            <a:srgbClr val="E5E7EB"/>
          </a:solidFill>
          <a:ln w="12700">
            <a:solidFill>
              <a:srgbClr val="E5E7EB"/>
            </a:solidFill>
            <a:prstDash val="solid"/>
          </a:ln>
        </p:spPr>
      </p:sp>
      <p:sp>
        <p:nvSpPr>
          <p:cNvPr id="5" name="Text 3"/>
          <p:cNvSpPr/>
          <p:nvPr/>
        </p:nvSpPr>
        <p:spPr>
          <a:xfrm>
            <a:off x="548640" y="4754880"/>
            <a:ext cx="5486400" cy="274320"/>
          </a:xfrm>
          <a:prstGeom prst="rect">
            <a:avLst/>
          </a:prstGeom>
          <a:noFill/>
          <a:ln/>
        </p:spPr>
        <p:txBody>
          <a:bodyPr wrap="square" rtlCol="0" anchor="ctr"/>
          <a:lstStyle/>
          <a:p>
            <a:pPr indent="0" marL="0">
              <a:buNone/>
            </a:pPr>
            <a:r>
              <a:rPr lang="en-US" sz="900" dirty="0">
                <a:solidFill>
                  <a:srgbClr val="4B5563"/>
                </a:solidFill>
                <a:latin typeface="Segoe UI" pitchFamily="34" charset="0"/>
                <a:ea typeface="Segoe UI" pitchFamily="34" charset="-122"/>
                <a:cs typeface="Segoe UI" pitchFamily="34" charset="-120"/>
              </a:rPr>
              <a:t>Vehicle Service Management System  |  First 25% Review</a:t>
            </a:r>
            <a:endParaRPr lang="en-US" sz="900" dirty="0"/>
          </a:p>
        </p:txBody>
      </p:sp>
      <p:sp>
        <p:nvSpPr>
          <p:cNvPr id="6" name="Text 4"/>
          <p:cNvSpPr/>
          <p:nvPr/>
        </p:nvSpPr>
        <p:spPr>
          <a:xfrm>
            <a:off x="7315200" y="4754880"/>
            <a:ext cx="1280160" cy="274320"/>
          </a:xfrm>
          <a:prstGeom prst="rect">
            <a:avLst/>
          </a:prstGeom>
          <a:noFill/>
          <a:ln/>
        </p:spPr>
        <p:txBody>
          <a:bodyPr wrap="square" rtlCol="0" anchor="ctr"/>
          <a:lstStyle/>
          <a:p>
            <a:pPr algn="r" indent="0" marL="0">
              <a:buNone/>
            </a:pPr>
            <a:r>
              <a:rPr lang="en-US" sz="900" dirty="0">
                <a:solidFill>
                  <a:srgbClr val="4B5563"/>
                </a:solidFill>
                <a:latin typeface="Segoe UI" pitchFamily="34" charset="0"/>
                <a:ea typeface="Segoe UI" pitchFamily="34" charset="-122"/>
                <a:cs typeface="Segoe UI" pitchFamily="34" charset="-120"/>
              </a:rPr>
              <a:t>Slide 3</a:t>
            </a:r>
            <a:endParaRPr lang="en-US" sz="900" dirty="0"/>
          </a:p>
        </p:txBody>
      </p:sp>
      <p:sp>
        <p:nvSpPr>
          <p:cNvPr id="7" name="Text 5"/>
          <p:cNvSpPr/>
          <p:nvPr/>
        </p:nvSpPr>
        <p:spPr>
          <a:xfrm>
            <a:off x="548640" y="658368"/>
            <a:ext cx="8046720" cy="274320"/>
          </a:xfrm>
          <a:prstGeom prst="rect">
            <a:avLst/>
          </a:prstGeom>
          <a:noFill/>
          <a:ln/>
        </p:spPr>
        <p:txBody>
          <a:bodyPr wrap="square" rtlCol="0" anchor="ctr"/>
          <a:lstStyle/>
          <a:p>
            <a:pPr indent="0" marL="0">
              <a:buNone/>
            </a:pPr>
            <a:r>
              <a:rPr lang="en-US" sz="1300" b="1" dirty="0">
                <a:solidFill>
                  <a:srgbClr val="EA580C"/>
                </a:solidFill>
                <a:latin typeface="Segoe UI" pitchFamily="34" charset="0"/>
                <a:ea typeface="Segoe UI" pitchFamily="34" charset="-122"/>
                <a:cs typeface="Segoe UI" pitchFamily="34" charset="-120"/>
              </a:rPr>
              <a:t>How the System Works</a:t>
            </a:r>
            <a:endParaRPr lang="en-US" sz="1300" dirty="0"/>
          </a:p>
        </p:txBody>
      </p:sp>
      <p:sp>
        <p:nvSpPr>
          <p:cNvPr id="8" name="Shape 6"/>
          <p:cNvSpPr/>
          <p:nvPr/>
        </p:nvSpPr>
        <p:spPr>
          <a:xfrm>
            <a:off x="457200" y="1188720"/>
            <a:ext cx="1417320" cy="502920"/>
          </a:xfrm>
          <a:prstGeom prst="rect">
            <a:avLst/>
          </a:prstGeom>
          <a:solidFill>
            <a:srgbClr val="1E3A8A"/>
          </a:solidFill>
          <a:ln w="19050">
            <a:solidFill>
              <a:srgbClr val="EA580C"/>
            </a:solidFill>
            <a:prstDash val="solid"/>
          </a:ln>
        </p:spPr>
      </p:sp>
      <p:sp>
        <p:nvSpPr>
          <p:cNvPr id="9" name="Text 7"/>
          <p:cNvSpPr/>
          <p:nvPr/>
        </p:nvSpPr>
        <p:spPr>
          <a:xfrm>
            <a:off x="502920" y="1298448"/>
            <a:ext cx="1325880" cy="320040"/>
          </a:xfrm>
          <a:prstGeom prst="rect">
            <a:avLst/>
          </a:prstGeom>
          <a:noFill/>
          <a:ln/>
        </p:spPr>
        <p:txBody>
          <a:bodyPr wrap="square" rtlCol="0" anchor="ctr"/>
          <a:lstStyle/>
          <a:p>
            <a:pPr algn="ctr" indent="0" marL="0">
              <a:buNone/>
            </a:pPr>
            <a:r>
              <a:rPr lang="en-US" sz="720" b="1" dirty="0">
                <a:solidFill>
                  <a:srgbClr val="FFFFFF"/>
                </a:solidFill>
                <a:latin typeface="Segoe UI" pitchFamily="34" charset="0"/>
                <a:ea typeface="Segoe UI" pitchFamily="34" charset="-122"/>
                <a:cs typeface="Segoe UI" pitchFamily="34" charset="-120"/>
              </a:rPr>
              <a:t>ADMIN LOGIN</a:t>
            </a:r>
            <a:endParaRPr lang="en-US" sz="720" dirty="0"/>
          </a:p>
        </p:txBody>
      </p:sp>
      <p:sp>
        <p:nvSpPr>
          <p:cNvPr id="10" name="Text 8"/>
          <p:cNvSpPr/>
          <p:nvPr/>
        </p:nvSpPr>
        <p:spPr>
          <a:xfrm>
            <a:off x="502920" y="1216152"/>
            <a:ext cx="228600" cy="137160"/>
          </a:xfrm>
          <a:prstGeom prst="rect">
            <a:avLst/>
          </a:prstGeom>
          <a:noFill/>
          <a:ln/>
        </p:spPr>
        <p:txBody>
          <a:bodyPr wrap="square" rtlCol="0" anchor="ctr"/>
          <a:lstStyle/>
          <a:p>
            <a:pPr indent="0" marL="0">
              <a:buNone/>
            </a:pPr>
            <a:r>
              <a:rPr lang="en-US" sz="700" b="1" dirty="0">
                <a:solidFill>
                  <a:srgbClr val="EA580C"/>
                </a:solidFill>
                <a:latin typeface="Segoe UI" pitchFamily="34" charset="0"/>
                <a:ea typeface="Segoe UI" pitchFamily="34" charset="-122"/>
                <a:cs typeface="Segoe UI" pitchFamily="34" charset="-120"/>
              </a:rPr>
              <a:t>1</a:t>
            </a:r>
            <a:endParaRPr lang="en-US" sz="700" dirty="0"/>
          </a:p>
        </p:txBody>
      </p:sp>
      <p:sp>
        <p:nvSpPr>
          <p:cNvPr id="11" name="Shape 9"/>
          <p:cNvSpPr/>
          <p:nvPr/>
        </p:nvSpPr>
        <p:spPr>
          <a:xfrm>
            <a:off x="2130552" y="1188720"/>
            <a:ext cx="1417320" cy="502920"/>
          </a:xfrm>
          <a:prstGeom prst="rect">
            <a:avLst/>
          </a:prstGeom>
          <a:solidFill>
            <a:srgbClr val="1E3A8A"/>
          </a:solidFill>
          <a:ln w="19050">
            <a:solidFill>
              <a:srgbClr val="EA580C"/>
            </a:solidFill>
            <a:prstDash val="solid"/>
          </a:ln>
        </p:spPr>
      </p:sp>
      <p:sp>
        <p:nvSpPr>
          <p:cNvPr id="12" name="Text 10"/>
          <p:cNvSpPr/>
          <p:nvPr/>
        </p:nvSpPr>
        <p:spPr>
          <a:xfrm>
            <a:off x="2176272" y="1298448"/>
            <a:ext cx="1325880" cy="320040"/>
          </a:xfrm>
          <a:prstGeom prst="rect">
            <a:avLst/>
          </a:prstGeom>
          <a:noFill/>
          <a:ln/>
        </p:spPr>
        <p:txBody>
          <a:bodyPr wrap="square" rtlCol="0" anchor="ctr"/>
          <a:lstStyle/>
          <a:p>
            <a:pPr algn="ctr" indent="0" marL="0">
              <a:buNone/>
            </a:pPr>
            <a:r>
              <a:rPr lang="en-US" sz="720" b="1" dirty="0">
                <a:solidFill>
                  <a:srgbClr val="FFFFFF"/>
                </a:solidFill>
                <a:latin typeface="Segoe UI" pitchFamily="34" charset="0"/>
                <a:ea typeface="Segoe UI" pitchFamily="34" charset="-122"/>
                <a:cs typeface="Segoe UI" pitchFamily="34" charset="-120"/>
              </a:rPr>
              <a:t>DASHBOARD</a:t>
            </a:r>
            <a:endParaRPr lang="en-US" sz="720" dirty="0"/>
          </a:p>
        </p:txBody>
      </p:sp>
      <p:sp>
        <p:nvSpPr>
          <p:cNvPr id="13" name="Text 11"/>
          <p:cNvSpPr/>
          <p:nvPr/>
        </p:nvSpPr>
        <p:spPr>
          <a:xfrm>
            <a:off x="2176272" y="1216152"/>
            <a:ext cx="228600" cy="137160"/>
          </a:xfrm>
          <a:prstGeom prst="rect">
            <a:avLst/>
          </a:prstGeom>
          <a:noFill/>
          <a:ln/>
        </p:spPr>
        <p:txBody>
          <a:bodyPr wrap="square" rtlCol="0" anchor="ctr"/>
          <a:lstStyle/>
          <a:p>
            <a:pPr indent="0" marL="0">
              <a:buNone/>
            </a:pPr>
            <a:r>
              <a:rPr lang="en-US" sz="700" b="1" dirty="0">
                <a:solidFill>
                  <a:srgbClr val="EA580C"/>
                </a:solidFill>
                <a:latin typeface="Segoe UI" pitchFamily="34" charset="0"/>
                <a:ea typeface="Segoe UI" pitchFamily="34" charset="-122"/>
                <a:cs typeface="Segoe UI" pitchFamily="34" charset="-120"/>
              </a:rPr>
              <a:t>2</a:t>
            </a:r>
            <a:endParaRPr lang="en-US" sz="700" dirty="0"/>
          </a:p>
        </p:txBody>
      </p:sp>
      <p:sp>
        <p:nvSpPr>
          <p:cNvPr id="14" name="Shape 12"/>
          <p:cNvSpPr/>
          <p:nvPr/>
        </p:nvSpPr>
        <p:spPr>
          <a:xfrm>
            <a:off x="3803904" y="1188720"/>
            <a:ext cx="1417320" cy="502920"/>
          </a:xfrm>
          <a:prstGeom prst="rect">
            <a:avLst/>
          </a:prstGeom>
          <a:solidFill>
            <a:srgbClr val="1E3A8A"/>
          </a:solidFill>
          <a:ln w="19050">
            <a:solidFill>
              <a:srgbClr val="EA580C"/>
            </a:solidFill>
            <a:prstDash val="solid"/>
          </a:ln>
        </p:spPr>
      </p:sp>
      <p:sp>
        <p:nvSpPr>
          <p:cNvPr id="15" name="Text 13"/>
          <p:cNvSpPr/>
          <p:nvPr/>
        </p:nvSpPr>
        <p:spPr>
          <a:xfrm>
            <a:off x="3849624" y="1298448"/>
            <a:ext cx="1325880" cy="320040"/>
          </a:xfrm>
          <a:prstGeom prst="rect">
            <a:avLst/>
          </a:prstGeom>
          <a:noFill/>
          <a:ln/>
        </p:spPr>
        <p:txBody>
          <a:bodyPr wrap="square" rtlCol="0" anchor="ctr"/>
          <a:lstStyle/>
          <a:p>
            <a:pPr algn="ctr" indent="0" marL="0">
              <a:buNone/>
            </a:pPr>
            <a:r>
              <a:rPr lang="en-US" sz="720" b="1" dirty="0">
                <a:solidFill>
                  <a:srgbClr val="FFFFFF"/>
                </a:solidFill>
                <a:latin typeface="Segoe UI" pitchFamily="34" charset="0"/>
                <a:ea typeface="Segoe UI" pitchFamily="34" charset="-122"/>
                <a:cs typeface="Segoe UI" pitchFamily="34" charset="-120"/>
              </a:rPr>
              <a:t>CUSTOMER REGISTRATION</a:t>
            </a:r>
            <a:endParaRPr lang="en-US" sz="720" dirty="0"/>
          </a:p>
        </p:txBody>
      </p:sp>
      <p:sp>
        <p:nvSpPr>
          <p:cNvPr id="16" name="Text 14"/>
          <p:cNvSpPr/>
          <p:nvPr/>
        </p:nvSpPr>
        <p:spPr>
          <a:xfrm>
            <a:off x="3849624" y="1216152"/>
            <a:ext cx="228600" cy="137160"/>
          </a:xfrm>
          <a:prstGeom prst="rect">
            <a:avLst/>
          </a:prstGeom>
          <a:noFill/>
          <a:ln/>
        </p:spPr>
        <p:txBody>
          <a:bodyPr wrap="square" rtlCol="0" anchor="ctr"/>
          <a:lstStyle/>
          <a:p>
            <a:pPr indent="0" marL="0">
              <a:buNone/>
            </a:pPr>
            <a:r>
              <a:rPr lang="en-US" sz="700" b="1" dirty="0">
                <a:solidFill>
                  <a:srgbClr val="EA580C"/>
                </a:solidFill>
                <a:latin typeface="Segoe UI" pitchFamily="34" charset="0"/>
                <a:ea typeface="Segoe UI" pitchFamily="34" charset="-122"/>
                <a:cs typeface="Segoe UI" pitchFamily="34" charset="-120"/>
              </a:rPr>
              <a:t>3</a:t>
            </a:r>
            <a:endParaRPr lang="en-US" sz="700" dirty="0"/>
          </a:p>
        </p:txBody>
      </p:sp>
      <p:sp>
        <p:nvSpPr>
          <p:cNvPr id="17" name="Shape 15"/>
          <p:cNvSpPr/>
          <p:nvPr/>
        </p:nvSpPr>
        <p:spPr>
          <a:xfrm>
            <a:off x="5477256" y="1188720"/>
            <a:ext cx="1417320" cy="502920"/>
          </a:xfrm>
          <a:prstGeom prst="rect">
            <a:avLst/>
          </a:prstGeom>
          <a:solidFill>
            <a:srgbClr val="1E3A8A"/>
          </a:solidFill>
          <a:ln w="19050">
            <a:solidFill>
              <a:srgbClr val="EA580C"/>
            </a:solidFill>
            <a:prstDash val="solid"/>
          </a:ln>
        </p:spPr>
      </p:sp>
      <p:sp>
        <p:nvSpPr>
          <p:cNvPr id="18" name="Text 16"/>
          <p:cNvSpPr/>
          <p:nvPr/>
        </p:nvSpPr>
        <p:spPr>
          <a:xfrm>
            <a:off x="5522976" y="1298448"/>
            <a:ext cx="1325880" cy="320040"/>
          </a:xfrm>
          <a:prstGeom prst="rect">
            <a:avLst/>
          </a:prstGeom>
          <a:noFill/>
          <a:ln/>
        </p:spPr>
        <p:txBody>
          <a:bodyPr wrap="square" rtlCol="0" anchor="ctr"/>
          <a:lstStyle/>
          <a:p>
            <a:pPr algn="ctr" indent="0" marL="0">
              <a:buNone/>
            </a:pPr>
            <a:r>
              <a:rPr lang="en-US" sz="720" b="1" dirty="0">
                <a:solidFill>
                  <a:srgbClr val="FFFFFF"/>
                </a:solidFill>
                <a:latin typeface="Segoe UI" pitchFamily="34" charset="0"/>
                <a:ea typeface="Segoe UI" pitchFamily="34" charset="-122"/>
                <a:cs typeface="Segoe UI" pitchFamily="34" charset="-120"/>
              </a:rPr>
              <a:t>VEHICLE REGISTRATION</a:t>
            </a:r>
            <a:endParaRPr lang="en-US" sz="720" dirty="0"/>
          </a:p>
        </p:txBody>
      </p:sp>
      <p:sp>
        <p:nvSpPr>
          <p:cNvPr id="19" name="Text 17"/>
          <p:cNvSpPr/>
          <p:nvPr/>
        </p:nvSpPr>
        <p:spPr>
          <a:xfrm>
            <a:off x="5522976" y="1216152"/>
            <a:ext cx="228600" cy="137160"/>
          </a:xfrm>
          <a:prstGeom prst="rect">
            <a:avLst/>
          </a:prstGeom>
          <a:noFill/>
          <a:ln/>
        </p:spPr>
        <p:txBody>
          <a:bodyPr wrap="square" rtlCol="0" anchor="ctr"/>
          <a:lstStyle/>
          <a:p>
            <a:pPr indent="0" marL="0">
              <a:buNone/>
            </a:pPr>
            <a:r>
              <a:rPr lang="en-US" sz="700" b="1" dirty="0">
                <a:solidFill>
                  <a:srgbClr val="EA580C"/>
                </a:solidFill>
                <a:latin typeface="Segoe UI" pitchFamily="34" charset="0"/>
                <a:ea typeface="Segoe UI" pitchFamily="34" charset="-122"/>
                <a:cs typeface="Segoe UI" pitchFamily="34" charset="-120"/>
              </a:rPr>
              <a:t>4</a:t>
            </a:r>
            <a:endParaRPr lang="en-US" sz="700" dirty="0"/>
          </a:p>
        </p:txBody>
      </p:sp>
      <p:sp>
        <p:nvSpPr>
          <p:cNvPr id="20" name="Shape 18"/>
          <p:cNvSpPr/>
          <p:nvPr/>
        </p:nvSpPr>
        <p:spPr>
          <a:xfrm>
            <a:off x="7150608" y="1188720"/>
            <a:ext cx="1417320" cy="502920"/>
          </a:xfrm>
          <a:prstGeom prst="rect">
            <a:avLst/>
          </a:prstGeom>
          <a:solidFill>
            <a:srgbClr val="1E3A8A"/>
          </a:solidFill>
          <a:ln w="19050">
            <a:solidFill>
              <a:srgbClr val="EA580C"/>
            </a:solidFill>
            <a:prstDash val="solid"/>
          </a:ln>
        </p:spPr>
      </p:sp>
      <p:sp>
        <p:nvSpPr>
          <p:cNvPr id="21" name="Text 19"/>
          <p:cNvSpPr/>
          <p:nvPr/>
        </p:nvSpPr>
        <p:spPr>
          <a:xfrm>
            <a:off x="7196328" y="1298448"/>
            <a:ext cx="1325880" cy="320040"/>
          </a:xfrm>
          <a:prstGeom prst="rect">
            <a:avLst/>
          </a:prstGeom>
          <a:noFill/>
          <a:ln/>
        </p:spPr>
        <p:txBody>
          <a:bodyPr wrap="square" rtlCol="0" anchor="ctr"/>
          <a:lstStyle/>
          <a:p>
            <a:pPr algn="ctr" indent="0" marL="0">
              <a:buNone/>
            </a:pPr>
            <a:r>
              <a:rPr lang="en-US" sz="720" b="1" dirty="0">
                <a:solidFill>
                  <a:srgbClr val="FFFFFF"/>
                </a:solidFill>
                <a:latin typeface="Segoe UI" pitchFamily="34" charset="0"/>
                <a:ea typeface="Segoe UI" pitchFamily="34" charset="-122"/>
                <a:cs typeface="Segoe UI" pitchFamily="34" charset="-120"/>
              </a:rPr>
              <a:t>SERVICE BOOKING</a:t>
            </a:r>
            <a:endParaRPr lang="en-US" sz="720" dirty="0"/>
          </a:p>
        </p:txBody>
      </p:sp>
      <p:sp>
        <p:nvSpPr>
          <p:cNvPr id="22" name="Text 20"/>
          <p:cNvSpPr/>
          <p:nvPr/>
        </p:nvSpPr>
        <p:spPr>
          <a:xfrm>
            <a:off x="7196328" y="1216152"/>
            <a:ext cx="228600" cy="137160"/>
          </a:xfrm>
          <a:prstGeom prst="rect">
            <a:avLst/>
          </a:prstGeom>
          <a:noFill/>
          <a:ln/>
        </p:spPr>
        <p:txBody>
          <a:bodyPr wrap="square" rtlCol="0" anchor="ctr"/>
          <a:lstStyle/>
          <a:p>
            <a:pPr indent="0" marL="0">
              <a:buNone/>
            </a:pPr>
            <a:r>
              <a:rPr lang="en-US" sz="700" b="1" dirty="0">
                <a:solidFill>
                  <a:srgbClr val="EA580C"/>
                </a:solidFill>
                <a:latin typeface="Segoe UI" pitchFamily="34" charset="0"/>
                <a:ea typeface="Segoe UI" pitchFamily="34" charset="-122"/>
                <a:cs typeface="Segoe UI" pitchFamily="34" charset="-120"/>
              </a:rPr>
              <a:t>5</a:t>
            </a:r>
            <a:endParaRPr lang="en-US" sz="700" dirty="0"/>
          </a:p>
        </p:txBody>
      </p:sp>
      <p:sp>
        <p:nvSpPr>
          <p:cNvPr id="23" name="Shape 21"/>
          <p:cNvSpPr/>
          <p:nvPr/>
        </p:nvSpPr>
        <p:spPr>
          <a:xfrm>
            <a:off x="457200" y="2148840"/>
            <a:ext cx="1417320" cy="502920"/>
          </a:xfrm>
          <a:prstGeom prst="rect">
            <a:avLst/>
          </a:prstGeom>
          <a:solidFill>
            <a:srgbClr val="1E3A8A"/>
          </a:solidFill>
          <a:ln w="19050">
            <a:solidFill>
              <a:srgbClr val="EA580C"/>
            </a:solidFill>
            <a:prstDash val="solid"/>
          </a:ln>
        </p:spPr>
      </p:sp>
      <p:sp>
        <p:nvSpPr>
          <p:cNvPr id="24" name="Text 22"/>
          <p:cNvSpPr/>
          <p:nvPr/>
        </p:nvSpPr>
        <p:spPr>
          <a:xfrm>
            <a:off x="502920" y="2258568"/>
            <a:ext cx="1325880" cy="320040"/>
          </a:xfrm>
          <a:prstGeom prst="rect">
            <a:avLst/>
          </a:prstGeom>
          <a:noFill/>
          <a:ln/>
        </p:spPr>
        <p:txBody>
          <a:bodyPr wrap="square" rtlCol="0" anchor="ctr"/>
          <a:lstStyle/>
          <a:p>
            <a:pPr algn="ctr" indent="0" marL="0">
              <a:buNone/>
            </a:pPr>
            <a:r>
              <a:rPr lang="en-US" sz="720" b="1" dirty="0">
                <a:solidFill>
                  <a:srgbClr val="FFFFFF"/>
                </a:solidFill>
                <a:latin typeface="Segoe UI" pitchFamily="34" charset="0"/>
                <a:ea typeface="Segoe UI" pitchFamily="34" charset="-122"/>
                <a:cs typeface="Segoe UI" pitchFamily="34" charset="-120"/>
              </a:rPr>
              <a:t>DASHBOARD UPDATE</a:t>
            </a:r>
            <a:endParaRPr lang="en-US" sz="720" dirty="0"/>
          </a:p>
        </p:txBody>
      </p:sp>
      <p:sp>
        <p:nvSpPr>
          <p:cNvPr id="25" name="Text 23"/>
          <p:cNvSpPr/>
          <p:nvPr/>
        </p:nvSpPr>
        <p:spPr>
          <a:xfrm>
            <a:off x="502920" y="2176272"/>
            <a:ext cx="228600" cy="137160"/>
          </a:xfrm>
          <a:prstGeom prst="rect">
            <a:avLst/>
          </a:prstGeom>
          <a:noFill/>
          <a:ln/>
        </p:spPr>
        <p:txBody>
          <a:bodyPr wrap="square" rtlCol="0" anchor="ctr"/>
          <a:lstStyle/>
          <a:p>
            <a:pPr indent="0" marL="0">
              <a:buNone/>
            </a:pPr>
            <a:r>
              <a:rPr lang="en-US" sz="700" b="1" dirty="0">
                <a:solidFill>
                  <a:srgbClr val="EA580C"/>
                </a:solidFill>
                <a:latin typeface="Segoe UI" pitchFamily="34" charset="0"/>
                <a:ea typeface="Segoe UI" pitchFamily="34" charset="-122"/>
                <a:cs typeface="Segoe UI" pitchFamily="34" charset="-120"/>
              </a:rPr>
              <a:t>10</a:t>
            </a:r>
            <a:endParaRPr lang="en-US" sz="700" dirty="0"/>
          </a:p>
        </p:txBody>
      </p:sp>
      <p:sp>
        <p:nvSpPr>
          <p:cNvPr id="26" name="Shape 24"/>
          <p:cNvSpPr/>
          <p:nvPr/>
        </p:nvSpPr>
        <p:spPr>
          <a:xfrm>
            <a:off x="2130552" y="2148840"/>
            <a:ext cx="1417320" cy="502920"/>
          </a:xfrm>
          <a:prstGeom prst="rect">
            <a:avLst/>
          </a:prstGeom>
          <a:solidFill>
            <a:srgbClr val="1E3A8A"/>
          </a:solidFill>
          <a:ln w="19050">
            <a:solidFill>
              <a:srgbClr val="EA580C"/>
            </a:solidFill>
            <a:prstDash val="solid"/>
          </a:ln>
        </p:spPr>
      </p:sp>
      <p:sp>
        <p:nvSpPr>
          <p:cNvPr id="27" name="Text 25"/>
          <p:cNvSpPr/>
          <p:nvPr/>
        </p:nvSpPr>
        <p:spPr>
          <a:xfrm>
            <a:off x="2176272" y="2258568"/>
            <a:ext cx="1325880" cy="320040"/>
          </a:xfrm>
          <a:prstGeom prst="rect">
            <a:avLst/>
          </a:prstGeom>
          <a:noFill/>
          <a:ln/>
        </p:spPr>
        <p:txBody>
          <a:bodyPr wrap="square" rtlCol="0" anchor="ctr"/>
          <a:lstStyle/>
          <a:p>
            <a:pPr algn="ctr" indent="0" marL="0">
              <a:buNone/>
            </a:pPr>
            <a:r>
              <a:rPr lang="en-US" sz="720" b="1" dirty="0">
                <a:solidFill>
                  <a:srgbClr val="FFFFFF"/>
                </a:solidFill>
                <a:latin typeface="Segoe UI" pitchFamily="34" charset="0"/>
                <a:ea typeface="Segoe UI" pitchFamily="34" charset="-122"/>
                <a:cs typeface="Segoe UI" pitchFamily="34" charset="-120"/>
              </a:rPr>
              <a:t>BILLING &amp; PAYMENT</a:t>
            </a:r>
            <a:endParaRPr lang="en-US" sz="720" dirty="0"/>
          </a:p>
        </p:txBody>
      </p:sp>
      <p:sp>
        <p:nvSpPr>
          <p:cNvPr id="28" name="Text 26"/>
          <p:cNvSpPr/>
          <p:nvPr/>
        </p:nvSpPr>
        <p:spPr>
          <a:xfrm>
            <a:off x="2176272" y="2176272"/>
            <a:ext cx="228600" cy="137160"/>
          </a:xfrm>
          <a:prstGeom prst="rect">
            <a:avLst/>
          </a:prstGeom>
          <a:noFill/>
          <a:ln/>
        </p:spPr>
        <p:txBody>
          <a:bodyPr wrap="square" rtlCol="0" anchor="ctr"/>
          <a:lstStyle/>
          <a:p>
            <a:pPr indent="0" marL="0">
              <a:buNone/>
            </a:pPr>
            <a:r>
              <a:rPr lang="en-US" sz="700" b="1" dirty="0">
                <a:solidFill>
                  <a:srgbClr val="EA580C"/>
                </a:solidFill>
                <a:latin typeface="Segoe UI" pitchFamily="34" charset="0"/>
                <a:ea typeface="Segoe UI" pitchFamily="34" charset="-122"/>
                <a:cs typeface="Segoe UI" pitchFamily="34" charset="-120"/>
              </a:rPr>
              <a:t>9</a:t>
            </a:r>
            <a:endParaRPr lang="en-US" sz="700" dirty="0"/>
          </a:p>
        </p:txBody>
      </p:sp>
      <p:sp>
        <p:nvSpPr>
          <p:cNvPr id="29" name="Shape 27"/>
          <p:cNvSpPr/>
          <p:nvPr/>
        </p:nvSpPr>
        <p:spPr>
          <a:xfrm>
            <a:off x="3803904" y="2148840"/>
            <a:ext cx="1417320" cy="502920"/>
          </a:xfrm>
          <a:prstGeom prst="rect">
            <a:avLst/>
          </a:prstGeom>
          <a:solidFill>
            <a:srgbClr val="1E3A8A"/>
          </a:solidFill>
          <a:ln w="19050">
            <a:solidFill>
              <a:srgbClr val="EA580C"/>
            </a:solidFill>
            <a:prstDash val="solid"/>
          </a:ln>
        </p:spPr>
      </p:sp>
      <p:sp>
        <p:nvSpPr>
          <p:cNvPr id="30" name="Text 28"/>
          <p:cNvSpPr/>
          <p:nvPr/>
        </p:nvSpPr>
        <p:spPr>
          <a:xfrm>
            <a:off x="3849624" y="2258568"/>
            <a:ext cx="1325880" cy="320040"/>
          </a:xfrm>
          <a:prstGeom prst="rect">
            <a:avLst/>
          </a:prstGeom>
          <a:noFill/>
          <a:ln/>
        </p:spPr>
        <p:txBody>
          <a:bodyPr wrap="square" rtlCol="0" anchor="ctr"/>
          <a:lstStyle/>
          <a:p>
            <a:pPr algn="ctr" indent="0" marL="0">
              <a:buNone/>
            </a:pPr>
            <a:r>
              <a:rPr lang="en-US" sz="720" b="1" dirty="0">
                <a:solidFill>
                  <a:srgbClr val="FFFFFF"/>
                </a:solidFill>
                <a:latin typeface="Segoe UI" pitchFamily="34" charset="0"/>
                <a:ea typeface="Segoe UI" pitchFamily="34" charset="-122"/>
                <a:cs typeface="Segoe UI" pitchFamily="34" charset="-120"/>
              </a:rPr>
              <a:t>SERVICE COMPLETION</a:t>
            </a:r>
            <a:endParaRPr lang="en-US" sz="720" dirty="0"/>
          </a:p>
        </p:txBody>
      </p:sp>
      <p:sp>
        <p:nvSpPr>
          <p:cNvPr id="31" name="Text 29"/>
          <p:cNvSpPr/>
          <p:nvPr/>
        </p:nvSpPr>
        <p:spPr>
          <a:xfrm>
            <a:off x="3849624" y="2176272"/>
            <a:ext cx="228600" cy="137160"/>
          </a:xfrm>
          <a:prstGeom prst="rect">
            <a:avLst/>
          </a:prstGeom>
          <a:noFill/>
          <a:ln/>
        </p:spPr>
        <p:txBody>
          <a:bodyPr wrap="square" rtlCol="0" anchor="ctr"/>
          <a:lstStyle/>
          <a:p>
            <a:pPr indent="0" marL="0">
              <a:buNone/>
            </a:pPr>
            <a:r>
              <a:rPr lang="en-US" sz="700" b="1" dirty="0">
                <a:solidFill>
                  <a:srgbClr val="EA580C"/>
                </a:solidFill>
                <a:latin typeface="Segoe UI" pitchFamily="34" charset="0"/>
                <a:ea typeface="Segoe UI" pitchFamily="34" charset="-122"/>
                <a:cs typeface="Segoe UI" pitchFamily="34" charset="-120"/>
              </a:rPr>
              <a:t>8</a:t>
            </a:r>
            <a:endParaRPr lang="en-US" sz="700" dirty="0"/>
          </a:p>
        </p:txBody>
      </p:sp>
      <p:sp>
        <p:nvSpPr>
          <p:cNvPr id="32" name="Shape 30"/>
          <p:cNvSpPr/>
          <p:nvPr/>
        </p:nvSpPr>
        <p:spPr>
          <a:xfrm>
            <a:off x="5477256" y="2148840"/>
            <a:ext cx="1417320" cy="502920"/>
          </a:xfrm>
          <a:prstGeom prst="rect">
            <a:avLst/>
          </a:prstGeom>
          <a:solidFill>
            <a:srgbClr val="1E3A8A"/>
          </a:solidFill>
          <a:ln w="19050">
            <a:solidFill>
              <a:srgbClr val="EA580C"/>
            </a:solidFill>
            <a:prstDash val="solid"/>
          </a:ln>
        </p:spPr>
      </p:sp>
      <p:sp>
        <p:nvSpPr>
          <p:cNvPr id="33" name="Text 31"/>
          <p:cNvSpPr/>
          <p:nvPr/>
        </p:nvSpPr>
        <p:spPr>
          <a:xfrm>
            <a:off x="5522976" y="2258568"/>
            <a:ext cx="1325880" cy="320040"/>
          </a:xfrm>
          <a:prstGeom prst="rect">
            <a:avLst/>
          </a:prstGeom>
          <a:noFill/>
          <a:ln/>
        </p:spPr>
        <p:txBody>
          <a:bodyPr wrap="square" rtlCol="0" anchor="ctr"/>
          <a:lstStyle/>
          <a:p>
            <a:pPr algn="ctr" indent="0" marL="0">
              <a:buNone/>
            </a:pPr>
            <a:r>
              <a:rPr lang="en-US" sz="720" b="1" dirty="0">
                <a:solidFill>
                  <a:srgbClr val="FFFFFF"/>
                </a:solidFill>
                <a:latin typeface="Segoe UI" pitchFamily="34" charset="0"/>
                <a:ea typeface="Segoe UI" pitchFamily="34" charset="-122"/>
                <a:cs typeface="Segoe UI" pitchFamily="34" charset="-120"/>
              </a:rPr>
              <a:t>SERVICE PROGRESS TRACKING</a:t>
            </a:r>
            <a:endParaRPr lang="en-US" sz="720" dirty="0"/>
          </a:p>
        </p:txBody>
      </p:sp>
      <p:sp>
        <p:nvSpPr>
          <p:cNvPr id="34" name="Text 32"/>
          <p:cNvSpPr/>
          <p:nvPr/>
        </p:nvSpPr>
        <p:spPr>
          <a:xfrm>
            <a:off x="5522976" y="2176272"/>
            <a:ext cx="228600" cy="137160"/>
          </a:xfrm>
          <a:prstGeom prst="rect">
            <a:avLst/>
          </a:prstGeom>
          <a:noFill/>
          <a:ln/>
        </p:spPr>
        <p:txBody>
          <a:bodyPr wrap="square" rtlCol="0" anchor="ctr"/>
          <a:lstStyle/>
          <a:p>
            <a:pPr indent="0" marL="0">
              <a:buNone/>
            </a:pPr>
            <a:r>
              <a:rPr lang="en-US" sz="700" b="1" dirty="0">
                <a:solidFill>
                  <a:srgbClr val="EA580C"/>
                </a:solidFill>
                <a:latin typeface="Segoe UI" pitchFamily="34" charset="0"/>
                <a:ea typeface="Segoe UI" pitchFamily="34" charset="-122"/>
                <a:cs typeface="Segoe UI" pitchFamily="34" charset="-120"/>
              </a:rPr>
              <a:t>7</a:t>
            </a:r>
            <a:endParaRPr lang="en-US" sz="700" dirty="0"/>
          </a:p>
        </p:txBody>
      </p:sp>
      <p:sp>
        <p:nvSpPr>
          <p:cNvPr id="35" name="Shape 33"/>
          <p:cNvSpPr/>
          <p:nvPr/>
        </p:nvSpPr>
        <p:spPr>
          <a:xfrm>
            <a:off x="7150608" y="2148840"/>
            <a:ext cx="1417320" cy="502920"/>
          </a:xfrm>
          <a:prstGeom prst="rect">
            <a:avLst/>
          </a:prstGeom>
          <a:solidFill>
            <a:srgbClr val="1E3A8A"/>
          </a:solidFill>
          <a:ln w="19050">
            <a:solidFill>
              <a:srgbClr val="EA580C"/>
            </a:solidFill>
            <a:prstDash val="solid"/>
          </a:ln>
        </p:spPr>
      </p:sp>
      <p:sp>
        <p:nvSpPr>
          <p:cNvPr id="36" name="Text 34"/>
          <p:cNvSpPr/>
          <p:nvPr/>
        </p:nvSpPr>
        <p:spPr>
          <a:xfrm>
            <a:off x="7196328" y="2258568"/>
            <a:ext cx="1325880" cy="320040"/>
          </a:xfrm>
          <a:prstGeom prst="rect">
            <a:avLst/>
          </a:prstGeom>
          <a:noFill/>
          <a:ln/>
        </p:spPr>
        <p:txBody>
          <a:bodyPr wrap="square" rtlCol="0" anchor="ctr"/>
          <a:lstStyle/>
          <a:p>
            <a:pPr algn="ctr" indent="0" marL="0">
              <a:buNone/>
            </a:pPr>
            <a:r>
              <a:rPr lang="en-US" sz="720" b="1" dirty="0">
                <a:solidFill>
                  <a:srgbClr val="FFFFFF"/>
                </a:solidFill>
                <a:latin typeface="Segoe UI" pitchFamily="34" charset="0"/>
                <a:ea typeface="Segoe UI" pitchFamily="34" charset="-122"/>
                <a:cs typeface="Segoe UI" pitchFamily="34" charset="-120"/>
              </a:rPr>
              <a:t>MECHANIC ASSIGNMENT</a:t>
            </a:r>
            <a:endParaRPr lang="en-US" sz="720" dirty="0"/>
          </a:p>
        </p:txBody>
      </p:sp>
      <p:sp>
        <p:nvSpPr>
          <p:cNvPr id="37" name="Text 35"/>
          <p:cNvSpPr/>
          <p:nvPr/>
        </p:nvSpPr>
        <p:spPr>
          <a:xfrm>
            <a:off x="7196328" y="2176272"/>
            <a:ext cx="228600" cy="137160"/>
          </a:xfrm>
          <a:prstGeom prst="rect">
            <a:avLst/>
          </a:prstGeom>
          <a:noFill/>
          <a:ln/>
        </p:spPr>
        <p:txBody>
          <a:bodyPr wrap="square" rtlCol="0" anchor="ctr"/>
          <a:lstStyle/>
          <a:p>
            <a:pPr indent="0" marL="0">
              <a:buNone/>
            </a:pPr>
            <a:r>
              <a:rPr lang="en-US" sz="700" b="1" dirty="0">
                <a:solidFill>
                  <a:srgbClr val="EA580C"/>
                </a:solidFill>
                <a:latin typeface="Segoe UI" pitchFamily="34" charset="0"/>
                <a:ea typeface="Segoe UI" pitchFamily="34" charset="-122"/>
                <a:cs typeface="Segoe UI" pitchFamily="34" charset="-120"/>
              </a:rPr>
              <a:t>6</a:t>
            </a:r>
            <a:endParaRPr lang="en-US" sz="700" dirty="0"/>
          </a:p>
        </p:txBody>
      </p:sp>
      <p:sp>
        <p:nvSpPr>
          <p:cNvPr id="38" name="Text 36"/>
          <p:cNvSpPr/>
          <p:nvPr/>
        </p:nvSpPr>
        <p:spPr>
          <a:xfrm>
            <a:off x="1892808" y="1298448"/>
            <a:ext cx="182880" cy="274320"/>
          </a:xfrm>
          <a:prstGeom prst="rect">
            <a:avLst/>
          </a:prstGeom>
          <a:noFill/>
          <a:ln/>
        </p:spPr>
        <p:txBody>
          <a:bodyPr wrap="square" rtlCol="0" anchor="ctr"/>
          <a:lstStyle/>
          <a:p>
            <a:pPr algn="ctr" indent="0" marL="0">
              <a:buNone/>
            </a:pPr>
            <a:r>
              <a:rPr lang="en-US" sz="900" dirty="0">
                <a:solidFill>
                  <a:srgbClr val="EA580C"/>
                </a:solidFill>
              </a:rPr>
              <a:t>➔</a:t>
            </a:r>
            <a:endParaRPr lang="en-US" sz="900" dirty="0"/>
          </a:p>
        </p:txBody>
      </p:sp>
      <p:sp>
        <p:nvSpPr>
          <p:cNvPr id="39" name="Text 37"/>
          <p:cNvSpPr/>
          <p:nvPr/>
        </p:nvSpPr>
        <p:spPr>
          <a:xfrm>
            <a:off x="3566160" y="1298448"/>
            <a:ext cx="182880" cy="274320"/>
          </a:xfrm>
          <a:prstGeom prst="rect">
            <a:avLst/>
          </a:prstGeom>
          <a:noFill/>
          <a:ln/>
        </p:spPr>
        <p:txBody>
          <a:bodyPr wrap="square" rtlCol="0" anchor="ctr"/>
          <a:lstStyle/>
          <a:p>
            <a:pPr algn="ctr" indent="0" marL="0">
              <a:buNone/>
            </a:pPr>
            <a:r>
              <a:rPr lang="en-US" sz="900" dirty="0">
                <a:solidFill>
                  <a:srgbClr val="EA580C"/>
                </a:solidFill>
              </a:rPr>
              <a:t>➔</a:t>
            </a:r>
            <a:endParaRPr lang="en-US" sz="900" dirty="0"/>
          </a:p>
        </p:txBody>
      </p:sp>
      <p:sp>
        <p:nvSpPr>
          <p:cNvPr id="40" name="Text 38"/>
          <p:cNvSpPr/>
          <p:nvPr/>
        </p:nvSpPr>
        <p:spPr>
          <a:xfrm>
            <a:off x="5239512" y="1298448"/>
            <a:ext cx="182880" cy="274320"/>
          </a:xfrm>
          <a:prstGeom prst="rect">
            <a:avLst/>
          </a:prstGeom>
          <a:noFill/>
          <a:ln/>
        </p:spPr>
        <p:txBody>
          <a:bodyPr wrap="square" rtlCol="0" anchor="ctr"/>
          <a:lstStyle/>
          <a:p>
            <a:pPr algn="ctr" indent="0" marL="0">
              <a:buNone/>
            </a:pPr>
            <a:r>
              <a:rPr lang="en-US" sz="900" dirty="0">
                <a:solidFill>
                  <a:srgbClr val="EA580C"/>
                </a:solidFill>
              </a:rPr>
              <a:t>➔</a:t>
            </a:r>
            <a:endParaRPr lang="en-US" sz="900" dirty="0"/>
          </a:p>
        </p:txBody>
      </p:sp>
      <p:sp>
        <p:nvSpPr>
          <p:cNvPr id="41" name="Text 39"/>
          <p:cNvSpPr/>
          <p:nvPr/>
        </p:nvSpPr>
        <p:spPr>
          <a:xfrm>
            <a:off x="6912864" y="1298448"/>
            <a:ext cx="182880" cy="274320"/>
          </a:xfrm>
          <a:prstGeom prst="rect">
            <a:avLst/>
          </a:prstGeom>
          <a:noFill/>
          <a:ln/>
        </p:spPr>
        <p:txBody>
          <a:bodyPr wrap="square" rtlCol="0" anchor="ctr"/>
          <a:lstStyle/>
          <a:p>
            <a:pPr algn="ctr" indent="0" marL="0">
              <a:buNone/>
            </a:pPr>
            <a:r>
              <a:rPr lang="en-US" sz="900" dirty="0">
                <a:solidFill>
                  <a:srgbClr val="EA580C"/>
                </a:solidFill>
              </a:rPr>
              <a:t>➔</a:t>
            </a:r>
            <a:endParaRPr lang="en-US" sz="900" dirty="0"/>
          </a:p>
        </p:txBody>
      </p:sp>
      <p:sp>
        <p:nvSpPr>
          <p:cNvPr id="42" name="Text 40"/>
          <p:cNvSpPr/>
          <p:nvPr/>
        </p:nvSpPr>
        <p:spPr>
          <a:xfrm>
            <a:off x="7754112" y="1737360"/>
            <a:ext cx="182880" cy="228600"/>
          </a:xfrm>
          <a:prstGeom prst="rect">
            <a:avLst/>
          </a:prstGeom>
          <a:noFill/>
          <a:ln/>
        </p:spPr>
        <p:txBody>
          <a:bodyPr wrap="square" rtlCol="0" anchor="ctr"/>
          <a:lstStyle/>
          <a:p>
            <a:pPr algn="ctr" indent="0" marL="0">
              <a:buNone/>
            </a:pPr>
            <a:r>
              <a:rPr lang="en-US" sz="900" dirty="0">
                <a:solidFill>
                  <a:srgbClr val="EA580C"/>
                </a:solidFill>
              </a:rPr>
              <a:t>▼</a:t>
            </a:r>
            <a:endParaRPr lang="en-US" sz="900" dirty="0"/>
          </a:p>
        </p:txBody>
      </p:sp>
      <p:sp>
        <p:nvSpPr>
          <p:cNvPr id="43" name="Text 41"/>
          <p:cNvSpPr/>
          <p:nvPr/>
        </p:nvSpPr>
        <p:spPr>
          <a:xfrm>
            <a:off x="6912864" y="2258568"/>
            <a:ext cx="182880" cy="274320"/>
          </a:xfrm>
          <a:prstGeom prst="rect">
            <a:avLst/>
          </a:prstGeom>
          <a:noFill/>
          <a:ln/>
        </p:spPr>
        <p:txBody>
          <a:bodyPr wrap="square" rtlCol="0" anchor="ctr"/>
          <a:lstStyle/>
          <a:p>
            <a:pPr algn="ctr" indent="0" marL="0">
              <a:buNone/>
            </a:pPr>
            <a:r>
              <a:rPr lang="en-US" sz="900" dirty="0">
                <a:solidFill>
                  <a:srgbClr val="EA580C"/>
                </a:solidFill>
              </a:rPr>
              <a:t>←</a:t>
            </a:r>
            <a:endParaRPr lang="en-US" sz="900" dirty="0"/>
          </a:p>
        </p:txBody>
      </p:sp>
      <p:sp>
        <p:nvSpPr>
          <p:cNvPr id="44" name="Text 42"/>
          <p:cNvSpPr/>
          <p:nvPr/>
        </p:nvSpPr>
        <p:spPr>
          <a:xfrm>
            <a:off x="5239512" y="2258568"/>
            <a:ext cx="182880" cy="274320"/>
          </a:xfrm>
          <a:prstGeom prst="rect">
            <a:avLst/>
          </a:prstGeom>
          <a:noFill/>
          <a:ln/>
        </p:spPr>
        <p:txBody>
          <a:bodyPr wrap="square" rtlCol="0" anchor="ctr"/>
          <a:lstStyle/>
          <a:p>
            <a:pPr algn="ctr" indent="0" marL="0">
              <a:buNone/>
            </a:pPr>
            <a:r>
              <a:rPr lang="en-US" sz="900" dirty="0">
                <a:solidFill>
                  <a:srgbClr val="EA580C"/>
                </a:solidFill>
              </a:rPr>
              <a:t>←</a:t>
            </a:r>
            <a:endParaRPr lang="en-US" sz="900" dirty="0"/>
          </a:p>
        </p:txBody>
      </p:sp>
      <p:sp>
        <p:nvSpPr>
          <p:cNvPr id="45" name="Text 43"/>
          <p:cNvSpPr/>
          <p:nvPr/>
        </p:nvSpPr>
        <p:spPr>
          <a:xfrm>
            <a:off x="3566160" y="2258568"/>
            <a:ext cx="182880" cy="274320"/>
          </a:xfrm>
          <a:prstGeom prst="rect">
            <a:avLst/>
          </a:prstGeom>
          <a:noFill/>
          <a:ln/>
        </p:spPr>
        <p:txBody>
          <a:bodyPr wrap="square" rtlCol="0" anchor="ctr"/>
          <a:lstStyle/>
          <a:p>
            <a:pPr algn="ctr" indent="0" marL="0">
              <a:buNone/>
            </a:pPr>
            <a:r>
              <a:rPr lang="en-US" sz="900" dirty="0">
                <a:solidFill>
                  <a:srgbClr val="EA580C"/>
                </a:solidFill>
              </a:rPr>
              <a:t>←</a:t>
            </a:r>
            <a:endParaRPr lang="en-US" sz="900" dirty="0"/>
          </a:p>
        </p:txBody>
      </p:sp>
      <p:sp>
        <p:nvSpPr>
          <p:cNvPr id="46" name="Text 44"/>
          <p:cNvSpPr/>
          <p:nvPr/>
        </p:nvSpPr>
        <p:spPr>
          <a:xfrm>
            <a:off x="1892808" y="2258568"/>
            <a:ext cx="182880" cy="274320"/>
          </a:xfrm>
          <a:prstGeom prst="rect">
            <a:avLst/>
          </a:prstGeom>
          <a:noFill/>
          <a:ln/>
        </p:spPr>
        <p:txBody>
          <a:bodyPr wrap="square" rtlCol="0" anchor="ctr"/>
          <a:lstStyle/>
          <a:p>
            <a:pPr algn="ctr" indent="0" marL="0">
              <a:buNone/>
            </a:pPr>
            <a:r>
              <a:rPr lang="en-US" sz="900" dirty="0">
                <a:solidFill>
                  <a:srgbClr val="EA580C"/>
                </a:solidFill>
              </a:rPr>
              <a:t>←</a:t>
            </a:r>
            <a:endParaRPr lang="en-US" sz="900" dirty="0"/>
          </a:p>
        </p:txBody>
      </p:sp>
      <p:sp>
        <p:nvSpPr>
          <p:cNvPr id="47" name="Shape 45"/>
          <p:cNvSpPr/>
          <p:nvPr/>
        </p:nvSpPr>
        <p:spPr>
          <a:xfrm>
            <a:off x="457200" y="2834640"/>
            <a:ext cx="8138160" cy="640080"/>
          </a:xfrm>
          <a:prstGeom prst="rect">
            <a:avLst/>
          </a:prstGeom>
          <a:solidFill>
            <a:srgbClr val="FFFFFF"/>
          </a:solidFill>
          <a:ln w="12700">
            <a:solidFill>
              <a:srgbClr val="E5E7EB"/>
            </a:solidFill>
            <a:prstDash val="solid"/>
          </a:ln>
        </p:spPr>
      </p:sp>
      <p:sp>
        <p:nvSpPr>
          <p:cNvPr id="48" name="Shape 46"/>
          <p:cNvSpPr/>
          <p:nvPr/>
        </p:nvSpPr>
        <p:spPr>
          <a:xfrm>
            <a:off x="457200" y="2834640"/>
            <a:ext cx="45720" cy="640080"/>
          </a:xfrm>
          <a:prstGeom prst="rect">
            <a:avLst/>
          </a:prstGeom>
          <a:solidFill>
            <a:srgbClr val="EA580C"/>
          </a:solidFill>
          <a:ln w="12700">
            <a:solidFill>
              <a:srgbClr val="EA580C"/>
            </a:solidFill>
            <a:prstDash val="solid"/>
          </a:ln>
        </p:spPr>
      </p:sp>
      <p:sp>
        <p:nvSpPr>
          <p:cNvPr id="49" name="Text 47"/>
          <p:cNvSpPr/>
          <p:nvPr/>
        </p:nvSpPr>
        <p:spPr>
          <a:xfrm>
            <a:off x="594360" y="3017520"/>
            <a:ext cx="1920240" cy="274320"/>
          </a:xfrm>
          <a:prstGeom prst="rect">
            <a:avLst/>
          </a:prstGeom>
          <a:noFill/>
          <a:ln/>
        </p:spPr>
        <p:txBody>
          <a:bodyPr wrap="square" rtlCol="0" anchor="ctr"/>
          <a:lstStyle/>
          <a:p>
            <a:pPr indent="0" marL="0">
              <a:buNone/>
            </a:pPr>
            <a:r>
              <a:rPr lang="en-US" sz="950" b="1" dirty="0">
                <a:solidFill>
                  <a:srgbClr val="EA580C"/>
                </a:solidFill>
                <a:latin typeface="Segoe UI" pitchFamily="34" charset="0"/>
                <a:ea typeface="Segoe UI" pitchFamily="34" charset="-122"/>
                <a:cs typeface="Segoe UI" pitchFamily="34" charset="-120"/>
              </a:rPr>
              <a:t>Supporting Modules Connectors:</a:t>
            </a:r>
            <a:endParaRPr lang="en-US" sz="950" dirty="0"/>
          </a:p>
        </p:txBody>
      </p:sp>
      <p:sp>
        <p:nvSpPr>
          <p:cNvPr id="50" name="Text 48"/>
          <p:cNvSpPr/>
          <p:nvPr/>
        </p:nvSpPr>
        <p:spPr>
          <a:xfrm>
            <a:off x="2606040" y="3017520"/>
            <a:ext cx="1920240" cy="274320"/>
          </a:xfrm>
          <a:prstGeom prst="rect">
            <a:avLst/>
          </a:prstGeom>
          <a:noFill/>
          <a:ln/>
        </p:spPr>
        <p:txBody>
          <a:bodyPr wrap="square" rtlCol="0" anchor="ctr"/>
          <a:lstStyle/>
          <a:p>
            <a:pPr indent="0" marL="0">
              <a:buNone/>
            </a:pPr>
            <a:r>
              <a:rPr lang="en-US" sz="900" b="1" dirty="0">
                <a:solidFill>
                  <a:srgbClr val="1E3A8A"/>
                </a:solidFill>
                <a:latin typeface="Segoe UI" pitchFamily="34" charset="0"/>
                <a:ea typeface="Segoe UI" pitchFamily="34" charset="-122"/>
                <a:cs typeface="Segoe UI" pitchFamily="34" charset="-120"/>
              </a:rPr>
              <a:t>• MECHANIC MANAGEMENT</a:t>
            </a:r>
            <a:endParaRPr lang="en-US" sz="900" dirty="0"/>
          </a:p>
        </p:txBody>
      </p:sp>
      <p:sp>
        <p:nvSpPr>
          <p:cNvPr id="51" name="Text 49"/>
          <p:cNvSpPr/>
          <p:nvPr/>
        </p:nvSpPr>
        <p:spPr>
          <a:xfrm>
            <a:off x="4709160" y="3017520"/>
            <a:ext cx="1645920" cy="274320"/>
          </a:xfrm>
          <a:prstGeom prst="rect">
            <a:avLst/>
          </a:prstGeom>
          <a:noFill/>
          <a:ln/>
        </p:spPr>
        <p:txBody>
          <a:bodyPr wrap="square" rtlCol="0" anchor="ctr"/>
          <a:lstStyle/>
          <a:p>
            <a:pPr indent="0" marL="0">
              <a:buNone/>
            </a:pPr>
            <a:r>
              <a:rPr lang="en-US" sz="900" b="1" dirty="0">
                <a:solidFill>
                  <a:srgbClr val="1E3A8A"/>
                </a:solidFill>
                <a:latin typeface="Segoe UI" pitchFamily="34" charset="0"/>
                <a:ea typeface="Segoe UI" pitchFamily="34" charset="-122"/>
                <a:cs typeface="Segoe UI" pitchFamily="34" charset="-120"/>
              </a:rPr>
              <a:t>• SERVICE CATALOG</a:t>
            </a:r>
            <a:endParaRPr lang="en-US" sz="900" dirty="0"/>
          </a:p>
        </p:txBody>
      </p:sp>
      <p:sp>
        <p:nvSpPr>
          <p:cNvPr id="52" name="Text 50"/>
          <p:cNvSpPr/>
          <p:nvPr/>
        </p:nvSpPr>
        <p:spPr>
          <a:xfrm>
            <a:off x="6537960" y="3017520"/>
            <a:ext cx="1920240" cy="274320"/>
          </a:xfrm>
          <a:prstGeom prst="rect">
            <a:avLst/>
          </a:prstGeom>
          <a:noFill/>
          <a:ln/>
        </p:spPr>
        <p:txBody>
          <a:bodyPr wrap="square" rtlCol="0" anchor="ctr"/>
          <a:lstStyle/>
          <a:p>
            <a:pPr indent="0" marL="0">
              <a:buNone/>
            </a:pPr>
            <a:r>
              <a:rPr lang="en-US" sz="900" b="1" dirty="0">
                <a:solidFill>
                  <a:srgbClr val="1E3A8A"/>
                </a:solidFill>
                <a:latin typeface="Segoe UI" pitchFamily="34" charset="0"/>
                <a:ea typeface="Segoe UI" pitchFamily="34" charset="-122"/>
                <a:cs typeface="Segoe UI" pitchFamily="34" charset="-120"/>
              </a:rPr>
              <a:t>• SPARE PARTS INVENTORY</a:t>
            </a:r>
            <a:endParaRPr lang="en-US" sz="900" dirty="0"/>
          </a:p>
        </p:txBody>
      </p:sp>
      <p:sp>
        <p:nvSpPr>
          <p:cNvPr id="53" name="Text 51"/>
          <p:cNvSpPr/>
          <p:nvPr/>
        </p:nvSpPr>
        <p:spPr>
          <a:xfrm>
            <a:off x="457200" y="3657600"/>
            <a:ext cx="8138160" cy="731520"/>
          </a:xfrm>
          <a:prstGeom prst="rect">
            <a:avLst/>
          </a:prstGeom>
          <a:noFill/>
          <a:ln/>
        </p:spPr>
        <p:txBody>
          <a:bodyPr wrap="square" rtlCol="0" anchor="ctr"/>
          <a:lstStyle/>
          <a:p>
            <a:pPr algn="ctr" indent="0" marL="0">
              <a:lnSpc>
                <a:spcPts val="1400"/>
              </a:lnSpc>
              <a:buNone/>
            </a:pPr>
            <a:r>
              <a:rPr lang="en-US" sz="1050" i="1" dirty="0">
                <a:solidFill>
                  <a:srgbClr val="4B5563"/>
                </a:solidFill>
                <a:latin typeface="Segoe UI" pitchFamily="34" charset="0"/>
                <a:ea typeface="Segoe UI" pitchFamily="34" charset="-122"/>
                <a:cs typeface="Segoe UI" pitchFamily="34" charset="-120"/>
              </a:rPr>
              <a:t>“The system manages the complete journey of a vehicle from customer registration and service booking to service completion and final billing.”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200" b="1" dirty="0">
                <a:solidFill>
                  <a:srgbClr val="1E3A8A"/>
                </a:solidFill>
                <a:latin typeface="Segoe UI" pitchFamily="34" charset="0"/>
                <a:ea typeface="Segoe UI" pitchFamily="34" charset="-122"/>
                <a:cs typeface="Segoe UI" pitchFamily="34" charset="-120"/>
              </a:rPr>
              <a:t>FIRST MILESTONE</a:t>
            </a:r>
            <a:endParaRPr lang="en-US" sz="2200" dirty="0"/>
          </a:p>
        </p:txBody>
      </p:sp>
      <p:sp>
        <p:nvSpPr>
          <p:cNvPr id="3" name="Shape 1"/>
          <p:cNvSpPr/>
          <p:nvPr/>
        </p:nvSpPr>
        <p:spPr>
          <a:xfrm>
            <a:off x="548640" y="914400"/>
            <a:ext cx="8046720" cy="27432"/>
          </a:xfrm>
          <a:prstGeom prst="rect">
            <a:avLst/>
          </a:prstGeom>
          <a:solidFill>
            <a:srgbClr val="EA580C"/>
          </a:solidFill>
          <a:ln w="12700">
            <a:solidFill>
              <a:srgbClr val="EA580C"/>
            </a:solidFill>
            <a:prstDash val="solid"/>
          </a:ln>
        </p:spPr>
      </p:sp>
      <p:sp>
        <p:nvSpPr>
          <p:cNvPr id="4" name="Shape 2"/>
          <p:cNvSpPr/>
          <p:nvPr/>
        </p:nvSpPr>
        <p:spPr>
          <a:xfrm>
            <a:off x="548640" y="4663440"/>
            <a:ext cx="8046720" cy="9144"/>
          </a:xfrm>
          <a:prstGeom prst="rect">
            <a:avLst/>
          </a:prstGeom>
          <a:solidFill>
            <a:srgbClr val="E5E7EB"/>
          </a:solidFill>
          <a:ln w="12700">
            <a:solidFill>
              <a:srgbClr val="E5E7EB"/>
            </a:solidFill>
            <a:prstDash val="solid"/>
          </a:ln>
        </p:spPr>
      </p:sp>
      <p:sp>
        <p:nvSpPr>
          <p:cNvPr id="5" name="Text 3"/>
          <p:cNvSpPr/>
          <p:nvPr/>
        </p:nvSpPr>
        <p:spPr>
          <a:xfrm>
            <a:off x="548640" y="4754880"/>
            <a:ext cx="5486400" cy="274320"/>
          </a:xfrm>
          <a:prstGeom prst="rect">
            <a:avLst/>
          </a:prstGeom>
          <a:noFill/>
          <a:ln/>
        </p:spPr>
        <p:txBody>
          <a:bodyPr wrap="square" rtlCol="0" anchor="ctr"/>
          <a:lstStyle/>
          <a:p>
            <a:pPr indent="0" marL="0">
              <a:buNone/>
            </a:pPr>
            <a:r>
              <a:rPr lang="en-US" sz="900" dirty="0">
                <a:solidFill>
                  <a:srgbClr val="4B5563"/>
                </a:solidFill>
                <a:latin typeface="Segoe UI" pitchFamily="34" charset="0"/>
                <a:ea typeface="Segoe UI" pitchFamily="34" charset="-122"/>
                <a:cs typeface="Segoe UI" pitchFamily="34" charset="-120"/>
              </a:rPr>
              <a:t>Vehicle Service Management System  |  First 25% Review</a:t>
            </a:r>
            <a:endParaRPr lang="en-US" sz="900" dirty="0"/>
          </a:p>
        </p:txBody>
      </p:sp>
      <p:sp>
        <p:nvSpPr>
          <p:cNvPr id="6" name="Text 4"/>
          <p:cNvSpPr/>
          <p:nvPr/>
        </p:nvSpPr>
        <p:spPr>
          <a:xfrm>
            <a:off x="7315200" y="4754880"/>
            <a:ext cx="1280160" cy="274320"/>
          </a:xfrm>
          <a:prstGeom prst="rect">
            <a:avLst/>
          </a:prstGeom>
          <a:noFill/>
          <a:ln/>
        </p:spPr>
        <p:txBody>
          <a:bodyPr wrap="square" rtlCol="0" anchor="ctr"/>
          <a:lstStyle/>
          <a:p>
            <a:pPr algn="r" indent="0" marL="0">
              <a:buNone/>
            </a:pPr>
            <a:r>
              <a:rPr lang="en-US" sz="900" dirty="0">
                <a:solidFill>
                  <a:srgbClr val="4B5563"/>
                </a:solidFill>
                <a:latin typeface="Segoe UI" pitchFamily="34" charset="0"/>
                <a:ea typeface="Segoe UI" pitchFamily="34" charset="-122"/>
                <a:cs typeface="Segoe UI" pitchFamily="34" charset="-120"/>
              </a:rPr>
              <a:t>Slide 4</a:t>
            </a:r>
            <a:endParaRPr lang="en-US" sz="900" dirty="0"/>
          </a:p>
        </p:txBody>
      </p:sp>
      <p:sp>
        <p:nvSpPr>
          <p:cNvPr id="7" name="Text 5"/>
          <p:cNvSpPr/>
          <p:nvPr/>
        </p:nvSpPr>
        <p:spPr>
          <a:xfrm>
            <a:off x="548640" y="658368"/>
            <a:ext cx="8046720" cy="274320"/>
          </a:xfrm>
          <a:prstGeom prst="rect">
            <a:avLst/>
          </a:prstGeom>
          <a:noFill/>
          <a:ln/>
        </p:spPr>
        <p:txBody>
          <a:bodyPr wrap="square" rtlCol="0" anchor="ctr"/>
          <a:lstStyle/>
          <a:p>
            <a:pPr indent="0" marL="0">
              <a:buNone/>
            </a:pPr>
            <a:r>
              <a:rPr lang="en-US" sz="1300" b="1" dirty="0">
                <a:solidFill>
                  <a:srgbClr val="EA580C"/>
                </a:solidFill>
                <a:latin typeface="Segoe UI" pitchFamily="34" charset="0"/>
                <a:ea typeface="Segoe UI" pitchFamily="34" charset="-122"/>
                <a:cs typeface="Segoe UI" pitchFamily="34" charset="-120"/>
              </a:rPr>
              <a:t>25% PROJECT COMPLETED</a:t>
            </a:r>
            <a:endParaRPr lang="en-US" sz="1300" dirty="0"/>
          </a:p>
        </p:txBody>
      </p:sp>
      <p:sp>
        <p:nvSpPr>
          <p:cNvPr id="8" name="Shape 6"/>
          <p:cNvSpPr/>
          <p:nvPr/>
        </p:nvSpPr>
        <p:spPr>
          <a:xfrm>
            <a:off x="548640" y="1188720"/>
            <a:ext cx="3840480" cy="3200400"/>
          </a:xfrm>
          <a:prstGeom prst="rect">
            <a:avLst/>
          </a:prstGeom>
          <a:solidFill>
            <a:srgbClr val="FFFFFF"/>
          </a:solidFill>
          <a:ln w="12700">
            <a:solidFill>
              <a:srgbClr val="E5E7EB"/>
            </a:solidFill>
            <a:prstDash val="solid"/>
          </a:ln>
        </p:spPr>
      </p:sp>
      <p:sp>
        <p:nvSpPr>
          <p:cNvPr id="9" name="Text 7"/>
          <p:cNvSpPr/>
          <p:nvPr/>
        </p:nvSpPr>
        <p:spPr>
          <a:xfrm>
            <a:off x="731520" y="1325880"/>
            <a:ext cx="3474720" cy="274320"/>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Work Completed (First 25%)</a:t>
            </a:r>
            <a:endParaRPr lang="en-US" sz="1250" dirty="0"/>
          </a:p>
        </p:txBody>
      </p:sp>
      <p:sp>
        <p:nvSpPr>
          <p:cNvPr id="10" name="Text 8"/>
          <p:cNvSpPr/>
          <p:nvPr/>
        </p:nvSpPr>
        <p:spPr>
          <a:xfrm>
            <a:off x="731520" y="1627632"/>
            <a:ext cx="3474720" cy="2651760"/>
          </a:xfrm>
          <a:prstGeom prst="rect">
            <a:avLst/>
          </a:prstGeom>
          <a:noFill/>
          <a:ln/>
        </p:spPr>
        <p:txBody>
          <a:bodyPr wrap="square" rtlCol="0" anchor="ctr"/>
          <a:lstStyle/>
          <a:p>
            <a:pPr indent="0" marL="0">
              <a:lnSpc>
                <a:spcPts val="1100"/>
              </a:lnSpc>
              <a:buNone/>
            </a:pPr>
            <a:r>
              <a:rPr lang="en-US" sz="830" dirty="0">
                <a:solidFill>
                  <a:srgbClr val="1F2937"/>
                </a:solidFill>
                <a:latin typeface="Segoe UI" pitchFamily="34" charset="0"/>
                <a:ea typeface="Segoe UI" pitchFamily="34" charset="-122"/>
                <a:cs typeface="Segoe UI" pitchFamily="34" charset="-120"/>
              </a:rPr>
              <a:t>PLANNING &amp; FOUNDATION</a:t>
            </a:r>
            <a:endParaRPr lang="en-US" sz="830" dirty="0"/>
          </a:p>
          <a:p>
            <a:pPr indent="0" marL="0">
              <a:lnSpc>
                <a:spcPts val="1100"/>
              </a:lnSpc>
              <a:buNone/>
            </a:pPr>
            <a:r>
              <a:rPr lang="en-US" sz="830" dirty="0">
                <a:solidFill>
                  <a:srgbClr val="1F2937"/>
                </a:solidFill>
                <a:latin typeface="Segoe UI" pitchFamily="34" charset="0"/>
                <a:ea typeface="Segoe UI" pitchFamily="34" charset="-122"/>
                <a:cs typeface="Segoe UI" pitchFamily="34" charset="-120"/>
              </a:rPr>
              <a:t>• Project Idea  •  Requirement Analysis  •  System Planning</a:t>
            </a:r>
            <a:endParaRPr lang="en-US" sz="830" dirty="0"/>
          </a:p>
          <a:p>
            <a:pPr indent="0" marL="0">
              <a:lnSpc>
                <a:spcPts val="1100"/>
              </a:lnSpc>
              <a:buNone/>
            </a:pPr>
            <a:r>
              <a:rPr lang="en-US" sz="830" dirty="0">
                <a:solidFill>
                  <a:srgbClr val="1F2937"/>
                </a:solidFill>
                <a:latin typeface="Segoe UI" pitchFamily="34" charset="0"/>
                <a:ea typeface="Segoe UI" pitchFamily="34" charset="-122"/>
                <a:cs typeface="Segoe UI" pitchFamily="34" charset="-120"/>
              </a:rPr>
              <a:t>• Module Identification  •  Basic Project Structure</a:t>
            </a:r>
            <a:endParaRPr lang="en-US" sz="830" dirty="0"/>
          </a:p>
          <a:p>
            <a:pPr indent="0" marL="0">
              <a:lnSpc>
                <a:spcPts val="1100"/>
              </a:lnSpc>
              <a:buNone/>
            </a:pPr>
            <a:endParaRPr lang="en-US" sz="830" dirty="0"/>
          </a:p>
          <a:p>
            <a:pPr indent="0" marL="0">
              <a:lnSpc>
                <a:spcPts val="1100"/>
              </a:lnSpc>
              <a:buNone/>
            </a:pPr>
            <a:r>
              <a:rPr lang="en-US" sz="830" dirty="0">
                <a:solidFill>
                  <a:srgbClr val="1F2937"/>
                </a:solidFill>
                <a:latin typeface="Segoe UI" pitchFamily="34" charset="0"/>
                <a:ea typeface="Segoe UI" pitchFamily="34" charset="-122"/>
                <a:cs typeface="Segoe UI" pitchFamily="34" charset="-120"/>
              </a:rPr>
              <a:t>USER INTERFACE</a:t>
            </a:r>
            <a:endParaRPr lang="en-US" sz="830" dirty="0"/>
          </a:p>
          <a:p>
            <a:pPr indent="0" marL="0">
              <a:lnSpc>
                <a:spcPts val="1100"/>
              </a:lnSpc>
              <a:buNone/>
            </a:pPr>
            <a:r>
              <a:rPr lang="en-US" sz="830" dirty="0">
                <a:solidFill>
                  <a:srgbClr val="1F2937"/>
                </a:solidFill>
                <a:latin typeface="Segoe UI" pitchFamily="34" charset="0"/>
                <a:ea typeface="Segoe UI" pitchFamily="34" charset="-122"/>
                <a:cs typeface="Segoe UI" pitchFamily="34" charset="-120"/>
              </a:rPr>
              <a:t>• Login Page &amp; Admin Dashboard</a:t>
            </a:r>
            <a:endParaRPr lang="en-US" sz="830" dirty="0"/>
          </a:p>
          <a:p>
            <a:pPr indent="0" marL="0">
              <a:lnSpc>
                <a:spcPts val="1100"/>
              </a:lnSpc>
              <a:buNone/>
            </a:pPr>
            <a:r>
              <a:rPr lang="en-US" sz="830" dirty="0">
                <a:solidFill>
                  <a:srgbClr val="1F2937"/>
                </a:solidFill>
                <a:latin typeface="Segoe UI" pitchFamily="34" charset="0"/>
                <a:ea typeface="Segoe UI" pitchFamily="34" charset="-122"/>
                <a:cs typeface="Segoe UI" pitchFamily="34" charset="-120"/>
              </a:rPr>
              <a:t>• Sidebar, Navigation &amp; Module UIs (Customer, Vehicle, Booking, Tracking, Mechanics, Services, Spare Parts, Billing)</a:t>
            </a:r>
            <a:endParaRPr lang="en-US" sz="830" dirty="0"/>
          </a:p>
          <a:p>
            <a:pPr indent="0" marL="0">
              <a:lnSpc>
                <a:spcPts val="1100"/>
              </a:lnSpc>
              <a:buNone/>
            </a:pPr>
            <a:endParaRPr lang="en-US" sz="830" dirty="0"/>
          </a:p>
          <a:p>
            <a:pPr indent="0" marL="0">
              <a:lnSpc>
                <a:spcPts val="1100"/>
              </a:lnSpc>
              <a:buNone/>
            </a:pPr>
            <a:r>
              <a:rPr lang="en-US" sz="830" dirty="0">
                <a:solidFill>
                  <a:srgbClr val="1F2937"/>
                </a:solidFill>
                <a:latin typeface="Segoe UI" pitchFamily="34" charset="0"/>
                <a:ea typeface="Segoe UI" pitchFamily="34" charset="-122"/>
                <a:cs typeface="Segoe UI" pitchFamily="34" charset="-120"/>
              </a:rPr>
              <a:t>INITIAL FUNCTIONALITY</a:t>
            </a:r>
            <a:endParaRPr lang="en-US" sz="830" dirty="0"/>
          </a:p>
          <a:p>
            <a:pPr indent="0" marL="0">
              <a:lnSpc>
                <a:spcPts val="1100"/>
              </a:lnSpc>
              <a:buNone/>
            </a:pPr>
            <a:r>
              <a:rPr lang="en-US" sz="830" dirty="0">
                <a:solidFill>
                  <a:srgbClr val="1F2937"/>
                </a:solidFill>
                <a:latin typeface="Segoe UI" pitchFamily="34" charset="0"/>
                <a:ea typeface="Segoe UI" pitchFamily="34" charset="-122"/>
                <a:cs typeface="Segoe UI" pitchFamily="34" charset="-120"/>
              </a:rPr>
              <a:t>• Browser Local Storage Setup &amp; Data Persistence</a:t>
            </a:r>
            <a:endParaRPr lang="en-US" sz="830" dirty="0"/>
          </a:p>
          <a:p>
            <a:pPr indent="0" marL="0">
              <a:lnSpc>
                <a:spcPts val="1100"/>
              </a:lnSpc>
              <a:buNone/>
            </a:pPr>
            <a:r>
              <a:rPr lang="en-US" sz="830" dirty="0">
                <a:solidFill>
                  <a:srgbClr val="1F2937"/>
                </a:solidFill>
                <a:latin typeface="Segoe UI" pitchFamily="34" charset="0"/>
                <a:ea typeface="Segoe UI" pitchFamily="34" charset="-122"/>
                <a:cs typeface="Segoe UI" pitchFamily="34" charset="-120"/>
              </a:rPr>
              <a:t>• Initial CREATE Operations &amp; Basic Form Validation</a:t>
            </a:r>
            <a:endParaRPr lang="en-US" sz="830" dirty="0"/>
          </a:p>
          <a:p>
            <a:pPr indent="0" marL="0">
              <a:lnSpc>
                <a:spcPts val="1100"/>
              </a:lnSpc>
              <a:buNone/>
            </a:pPr>
            <a:r>
              <a:rPr lang="en-US" sz="830" dirty="0">
                <a:solidFill>
                  <a:srgbClr val="1F2937"/>
                </a:solidFill>
                <a:latin typeface="Segoe UI" pitchFamily="34" charset="0"/>
                <a:ea typeface="Segoe UI" pitchFamily="34" charset="-122"/>
                <a:cs typeface="Segoe UI" pitchFamily="34" charset="-120"/>
              </a:rPr>
              <a:t>• Responsive User Interface CSS styling</a:t>
            </a:r>
            <a:endParaRPr lang="en-US" sz="830" dirty="0"/>
          </a:p>
        </p:txBody>
      </p:sp>
      <p:sp>
        <p:nvSpPr>
          <p:cNvPr id="11" name="Shape 9"/>
          <p:cNvSpPr/>
          <p:nvPr/>
        </p:nvSpPr>
        <p:spPr>
          <a:xfrm>
            <a:off x="4754880" y="1188720"/>
            <a:ext cx="3840480" cy="411480"/>
          </a:xfrm>
          <a:prstGeom prst="rect">
            <a:avLst/>
          </a:prstGeom>
          <a:solidFill>
            <a:srgbClr val="E5E7EB"/>
          </a:solidFill>
          <a:ln w="12700">
            <a:solidFill>
              <a:srgbClr val="E5E7EB"/>
            </a:solidFill>
            <a:prstDash val="solid"/>
          </a:ln>
        </p:spPr>
      </p:sp>
      <p:sp>
        <p:nvSpPr>
          <p:cNvPr id="12" name="Shape 10"/>
          <p:cNvSpPr/>
          <p:nvPr/>
        </p:nvSpPr>
        <p:spPr>
          <a:xfrm>
            <a:off x="4754880" y="1188720"/>
            <a:ext cx="960120" cy="411480"/>
          </a:xfrm>
          <a:prstGeom prst="rect">
            <a:avLst/>
          </a:prstGeom>
          <a:solidFill>
            <a:srgbClr val="10B981"/>
          </a:solidFill>
          <a:ln w="12700">
            <a:solidFill>
              <a:srgbClr val="10B981"/>
            </a:solidFill>
            <a:prstDash val="solid"/>
          </a:ln>
        </p:spPr>
      </p:sp>
      <p:sp>
        <p:nvSpPr>
          <p:cNvPr id="13" name="Text 11"/>
          <p:cNvSpPr/>
          <p:nvPr/>
        </p:nvSpPr>
        <p:spPr>
          <a:xfrm>
            <a:off x="4754880" y="1691640"/>
            <a:ext cx="3840480" cy="274320"/>
          </a:xfrm>
          <a:prstGeom prst="rect">
            <a:avLst/>
          </a:prstGeom>
          <a:noFill/>
          <a:ln/>
        </p:spPr>
        <p:txBody>
          <a:bodyPr wrap="square" rtlCol="0" anchor="ctr"/>
          <a:lstStyle/>
          <a:p>
            <a:pPr algn="ctr" indent="0" marL="0">
              <a:buNone/>
            </a:pPr>
            <a:r>
              <a:rPr lang="en-US" sz="1000" b="1" dirty="0">
                <a:solidFill>
                  <a:srgbClr val="10B981"/>
                </a:solidFill>
                <a:latin typeface="Segoe UI" pitchFamily="34" charset="0"/>
                <a:ea typeface="Segoe UI" pitchFamily="34" charset="-122"/>
                <a:cs typeface="Segoe UI" pitchFamily="34" charset="-120"/>
              </a:rPr>
              <a:t>PROJECT PROGRESS — 25% COMPLETED</a:t>
            </a:r>
            <a:endParaRPr lang="en-US" sz="1000" dirty="0"/>
          </a:p>
        </p:txBody>
      </p:sp>
      <p:sp>
        <p:nvSpPr>
          <p:cNvPr id="14" name="Shape 12"/>
          <p:cNvSpPr/>
          <p:nvPr/>
        </p:nvSpPr>
        <p:spPr>
          <a:xfrm>
            <a:off x="4754880" y="2103120"/>
            <a:ext cx="3840480" cy="1920240"/>
          </a:xfrm>
          <a:prstGeom prst="rect">
            <a:avLst/>
          </a:prstGeom>
          <a:solidFill>
            <a:srgbClr val="FFFFFF"/>
          </a:solidFill>
          <a:ln w="15240">
            <a:solidFill>
              <a:srgbClr val="D97706"/>
            </a:solidFill>
            <a:prstDash val="solid"/>
          </a:ln>
        </p:spPr>
      </p:sp>
      <p:sp>
        <p:nvSpPr>
          <p:cNvPr id="15" name="Text 13"/>
          <p:cNvSpPr/>
          <p:nvPr/>
        </p:nvSpPr>
        <p:spPr>
          <a:xfrm>
            <a:off x="4937760" y="2194560"/>
            <a:ext cx="3474720" cy="228600"/>
          </a:xfrm>
          <a:prstGeom prst="rect">
            <a:avLst/>
          </a:prstGeom>
          <a:noFill/>
          <a:ln/>
        </p:spPr>
        <p:txBody>
          <a:bodyPr wrap="square" rtlCol="0" anchor="ctr"/>
          <a:lstStyle/>
          <a:p>
            <a:pPr indent="0" marL="0">
              <a:buNone/>
            </a:pPr>
            <a:r>
              <a:rPr lang="en-US" sz="1150" b="1" dirty="0">
                <a:solidFill>
                  <a:srgbClr val="D97706"/>
                </a:solidFill>
                <a:latin typeface="Segoe UI" pitchFamily="34" charset="0"/>
                <a:ea typeface="Segoe UI" pitchFamily="34" charset="-122"/>
                <a:cs typeface="Segoe UI" pitchFamily="34" charset="-120"/>
              </a:rPr>
              <a:t>Next Destination:</a:t>
            </a:r>
            <a:endParaRPr lang="en-US" sz="1150" dirty="0"/>
          </a:p>
        </p:txBody>
      </p:sp>
      <p:sp>
        <p:nvSpPr>
          <p:cNvPr id="16" name="Text 14"/>
          <p:cNvSpPr/>
          <p:nvPr/>
        </p:nvSpPr>
        <p:spPr>
          <a:xfrm>
            <a:off x="4937760" y="2468880"/>
            <a:ext cx="3474720" cy="1143000"/>
          </a:xfrm>
          <a:prstGeom prst="rect">
            <a:avLst/>
          </a:prstGeom>
          <a:noFill/>
          <a:ln/>
        </p:spPr>
        <p:txBody>
          <a:bodyPr wrap="square" rtlCol="0" anchor="ctr"/>
          <a:lstStyle/>
          <a:p>
            <a:pPr indent="0" marL="0">
              <a:lnSpc>
                <a:spcPts val="1200"/>
              </a:lnSpc>
              <a:buNone/>
            </a:pPr>
            <a:r>
              <a:rPr lang="en-US" sz="900" dirty="0">
                <a:solidFill>
                  <a:srgbClr val="1F2937"/>
                </a:solidFill>
                <a:latin typeface="Segoe UI" pitchFamily="34" charset="0"/>
                <a:ea typeface="Segoe UI" pitchFamily="34" charset="-122"/>
                <a:cs typeface="Segoe UI" pitchFamily="34" charset="-120"/>
              </a:rPr>
              <a:t>• Complete CREATE Operations across all modules</a:t>
            </a:r>
            <a:endParaRPr lang="en-US" sz="900" dirty="0"/>
          </a:p>
          <a:p>
            <a:pPr indent="0" marL="0">
              <a:lnSpc>
                <a:spcPts val="1200"/>
              </a:lnSpc>
              <a:buNone/>
            </a:pPr>
            <a:r>
              <a:rPr lang="en-US" sz="900" dirty="0">
                <a:solidFill>
                  <a:srgbClr val="1F2937"/>
                </a:solidFill>
                <a:latin typeface="Segoe UI" pitchFamily="34" charset="0"/>
                <a:ea typeface="Segoe UI" pitchFamily="34" charset="-122"/>
                <a:cs typeface="Segoe UI" pitchFamily="34" charset="-120"/>
              </a:rPr>
              <a:t>• Implement UPDATE Operations (edit data)</a:t>
            </a:r>
            <a:endParaRPr lang="en-US" sz="900" dirty="0"/>
          </a:p>
          <a:p>
            <a:pPr indent="0" marL="0">
              <a:lnSpc>
                <a:spcPts val="1200"/>
              </a:lnSpc>
              <a:buNone/>
            </a:pPr>
            <a:r>
              <a:rPr lang="en-US" sz="900" dirty="0">
                <a:solidFill>
                  <a:srgbClr val="1F2937"/>
                </a:solidFill>
                <a:latin typeface="Segoe UI" pitchFamily="34" charset="0"/>
                <a:ea typeface="Segoe UI" pitchFamily="34" charset="-122"/>
                <a:cs typeface="Segoe UI" pitchFamily="34" charset="-120"/>
              </a:rPr>
              <a:t>• Improve Connections Between Modules</a:t>
            </a:r>
            <a:endParaRPr lang="en-US" sz="900" dirty="0"/>
          </a:p>
          <a:p>
            <a:pPr indent="0" marL="0">
              <a:lnSpc>
                <a:spcPts val="1200"/>
              </a:lnSpc>
              <a:buNone/>
            </a:pPr>
            <a:r>
              <a:rPr lang="en-US" sz="900" dirty="0">
                <a:solidFill>
                  <a:srgbClr val="1F2937"/>
                </a:solidFill>
                <a:latin typeface="Segoe UI" pitchFamily="34" charset="0"/>
                <a:ea typeface="Segoe UI" pitchFamily="34" charset="-122"/>
                <a:cs typeface="Segoe UI" pitchFamily="34" charset="-120"/>
              </a:rPr>
              <a:t>• Improve Dashboard Functions</a:t>
            </a:r>
            <a:endParaRPr lang="en-US" sz="900" dirty="0"/>
          </a:p>
          <a:p>
            <a:pPr indent="0" marL="0">
              <a:lnSpc>
                <a:spcPts val="1200"/>
              </a:lnSpc>
              <a:buNone/>
            </a:pPr>
            <a:r>
              <a:rPr lang="en-US" sz="900" dirty="0">
                <a:solidFill>
                  <a:srgbClr val="1F2937"/>
                </a:solidFill>
                <a:latin typeface="Segoe UI" pitchFamily="34" charset="0"/>
                <a:ea typeface="Segoe UI" pitchFamily="34" charset="-122"/>
                <a:cs typeface="Segoe UI" pitchFamily="34" charset="-120"/>
              </a:rPr>
              <a:t>• Test Existing Features</a:t>
            </a:r>
            <a:endParaRPr lang="en-US" sz="900" dirty="0"/>
          </a:p>
        </p:txBody>
      </p:sp>
      <p:sp>
        <p:nvSpPr>
          <p:cNvPr id="17" name="Text 15"/>
          <p:cNvSpPr/>
          <p:nvPr/>
        </p:nvSpPr>
        <p:spPr>
          <a:xfrm>
            <a:off x="4754880" y="4069080"/>
            <a:ext cx="3840480" cy="548640"/>
          </a:xfrm>
          <a:prstGeom prst="rect">
            <a:avLst/>
          </a:prstGeom>
          <a:noFill/>
          <a:ln/>
        </p:spPr>
        <p:txBody>
          <a:bodyPr wrap="square" rtlCol="0" anchor="ctr"/>
          <a:lstStyle/>
          <a:p>
            <a:pPr algn="ctr" indent="0" marL="0">
              <a:lnSpc>
                <a:spcPts val="1100"/>
              </a:lnSpc>
              <a:buNone/>
            </a:pPr>
            <a:r>
              <a:rPr lang="en-US" sz="820" b="1" dirty="0">
                <a:solidFill>
                  <a:srgbClr val="4B5563"/>
                </a:solidFill>
                <a:latin typeface="Segoe UI" pitchFamily="34" charset="0"/>
                <a:ea typeface="Segoe UI" pitchFamily="34" charset="-122"/>
                <a:cs typeface="Segoe UI" pitchFamily="34" charset="-120"/>
              </a:rPr>
              <a:t>“The first phase of the Vehicle Service Management System has been completed. The next phase will focus on improving the existing features and implementing further CRUD operations.”</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2026-07-08T04:08:16Z</dcterms:created>
  <dcterms:modified xsi:type="dcterms:W3CDTF">2026-07-08T04:08:16Z</dcterms:modified>
</cp:coreProperties>
</file>